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9144000"/>
  <p:embeddedFontLst>
    <p:embeddedFont>
      <p:font typeface="Geo"/>
      <p:regular r:id="rId7"/>
      <p:italic r:id="rId8"/>
    </p:embeddedFont>
    <p:embeddedFont>
      <p:font typeface="Fira Sans Extra Condensed Medium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FiraSansExtraCondensedMedium-italic.fntdata"/><Relationship Id="rId10" Type="http://schemas.openxmlformats.org/officeDocument/2006/relationships/font" Target="fonts/FiraSansExtraCondensedMedium-bold.fntdata"/><Relationship Id="rId12" Type="http://schemas.openxmlformats.org/officeDocument/2006/relationships/font" Target="fonts/FiraSansExtraCondensedMedium-boldItalic.fntdata"/><Relationship Id="rId9" Type="http://schemas.openxmlformats.org/officeDocument/2006/relationships/font" Target="fonts/FiraSansExtraCondensedMedium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Geo-regular.fntdata"/><Relationship Id="rId8" Type="http://schemas.openxmlformats.org/officeDocument/2006/relationships/font" Target="fonts/Ge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ab209c697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" name="Google Shape;21;g3ab209c69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b209c6976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b209c697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G">
  <p:cSld name="TITLE_AND_BODY_2_1_1_1_1_1_1_1_1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>
            <p:ph idx="2" type="pic"/>
          </p:nvPr>
        </p:nvSpPr>
        <p:spPr>
          <a:xfrm>
            <a:off x="507438" y="1534500"/>
            <a:ext cx="3090600" cy="30906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3854182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/>
        </p:nvSpPr>
        <p:spPr>
          <a:xfrm>
            <a:off x="35626" y="178135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Hand </a:t>
            </a: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D</a:t>
            </a:r>
            <a:r>
              <a:rPr b="0" i="0" lang="en-US" sz="32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rawn </a:t>
            </a: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PPT</a:t>
            </a:r>
            <a:r>
              <a:rPr b="0" i="0" lang="en-US" sz="32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1" i="0" sz="32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24" name="Google Shape;24;p4"/>
          <p:cNvGrpSpPr/>
          <p:nvPr/>
        </p:nvGrpSpPr>
        <p:grpSpPr>
          <a:xfrm>
            <a:off x="324178" y="1705346"/>
            <a:ext cx="11543690" cy="3447280"/>
            <a:chOff x="308974" y="1650670"/>
            <a:chExt cx="11543690" cy="3447280"/>
          </a:xfrm>
        </p:grpSpPr>
        <p:sp>
          <p:nvSpPr>
            <p:cNvPr id="25" name="Google Shape;25;p4"/>
            <p:cNvSpPr/>
            <p:nvPr/>
          </p:nvSpPr>
          <p:spPr>
            <a:xfrm>
              <a:off x="3733570" y="1879307"/>
              <a:ext cx="1883404" cy="1610791"/>
            </a:xfrm>
            <a:custGeom>
              <a:rect b="b" l="l" r="r" t="t"/>
              <a:pathLst>
                <a:path extrusionOk="0" h="25458" w="31317">
                  <a:moveTo>
                    <a:pt x="12653" y="1"/>
                  </a:moveTo>
                  <a:cubicBezTo>
                    <a:pt x="11479" y="1"/>
                    <a:pt x="10307" y="13"/>
                    <a:pt x="9136" y="40"/>
                  </a:cubicBezTo>
                  <a:cubicBezTo>
                    <a:pt x="7632" y="40"/>
                    <a:pt x="6128" y="115"/>
                    <a:pt x="4624" y="152"/>
                  </a:cubicBezTo>
                  <a:cubicBezTo>
                    <a:pt x="4558" y="156"/>
                    <a:pt x="4487" y="158"/>
                    <a:pt x="4413" y="158"/>
                  </a:cubicBezTo>
                  <a:cubicBezTo>
                    <a:pt x="4054" y="158"/>
                    <a:pt x="3608" y="122"/>
                    <a:pt x="3181" y="122"/>
                  </a:cubicBezTo>
                  <a:cubicBezTo>
                    <a:pt x="2792" y="122"/>
                    <a:pt x="2418" y="152"/>
                    <a:pt x="2143" y="265"/>
                  </a:cubicBezTo>
                  <a:cubicBezTo>
                    <a:pt x="188" y="1092"/>
                    <a:pt x="451" y="2107"/>
                    <a:pt x="451" y="3536"/>
                  </a:cubicBezTo>
                  <a:lnTo>
                    <a:pt x="451" y="13310"/>
                  </a:lnTo>
                  <a:lnTo>
                    <a:pt x="451" y="18423"/>
                  </a:lnTo>
                  <a:cubicBezTo>
                    <a:pt x="451" y="19701"/>
                    <a:pt x="0" y="21957"/>
                    <a:pt x="451" y="23198"/>
                  </a:cubicBezTo>
                  <a:cubicBezTo>
                    <a:pt x="1098" y="25034"/>
                    <a:pt x="3264" y="25457"/>
                    <a:pt x="5538" y="25457"/>
                  </a:cubicBezTo>
                  <a:cubicBezTo>
                    <a:pt x="7360" y="25457"/>
                    <a:pt x="9252" y="25186"/>
                    <a:pt x="10489" y="25153"/>
                  </a:cubicBezTo>
                  <a:lnTo>
                    <a:pt x="20000" y="25002"/>
                  </a:lnTo>
                  <a:cubicBezTo>
                    <a:pt x="20568" y="25002"/>
                    <a:pt x="21317" y="25063"/>
                    <a:pt x="22087" y="25063"/>
                  </a:cubicBezTo>
                  <a:cubicBezTo>
                    <a:pt x="23509" y="25063"/>
                    <a:pt x="25003" y="24857"/>
                    <a:pt x="25564" y="23686"/>
                  </a:cubicBezTo>
                  <a:cubicBezTo>
                    <a:pt x="26090" y="22634"/>
                    <a:pt x="25639" y="20190"/>
                    <a:pt x="25790" y="18950"/>
                  </a:cubicBezTo>
                  <a:cubicBezTo>
                    <a:pt x="25677" y="18874"/>
                    <a:pt x="25677" y="18724"/>
                    <a:pt x="25790" y="18611"/>
                  </a:cubicBezTo>
                  <a:cubicBezTo>
                    <a:pt x="26579" y="17521"/>
                    <a:pt x="27444" y="16506"/>
                    <a:pt x="28309" y="15491"/>
                  </a:cubicBezTo>
                  <a:cubicBezTo>
                    <a:pt x="28797" y="14927"/>
                    <a:pt x="29211" y="14363"/>
                    <a:pt x="29699" y="13762"/>
                  </a:cubicBezTo>
                  <a:cubicBezTo>
                    <a:pt x="30113" y="13235"/>
                    <a:pt x="30527" y="12671"/>
                    <a:pt x="30940" y="12145"/>
                  </a:cubicBezTo>
                  <a:cubicBezTo>
                    <a:pt x="31316" y="11844"/>
                    <a:pt x="31316" y="11619"/>
                    <a:pt x="30827" y="11468"/>
                  </a:cubicBezTo>
                  <a:cubicBezTo>
                    <a:pt x="30414" y="10566"/>
                    <a:pt x="28572" y="9589"/>
                    <a:pt x="27895" y="8874"/>
                  </a:cubicBezTo>
                  <a:cubicBezTo>
                    <a:pt x="27106" y="8085"/>
                    <a:pt x="26354" y="7220"/>
                    <a:pt x="25715" y="6280"/>
                  </a:cubicBezTo>
                  <a:cubicBezTo>
                    <a:pt x="25527" y="6205"/>
                    <a:pt x="25451" y="6055"/>
                    <a:pt x="25451" y="5867"/>
                  </a:cubicBezTo>
                  <a:cubicBezTo>
                    <a:pt x="25489" y="3799"/>
                    <a:pt x="26166" y="1017"/>
                    <a:pt x="23572" y="303"/>
                  </a:cubicBezTo>
                  <a:cubicBezTo>
                    <a:pt x="22930" y="125"/>
                    <a:pt x="22204" y="82"/>
                    <a:pt x="21470" y="82"/>
                  </a:cubicBezTo>
                  <a:cubicBezTo>
                    <a:pt x="20783" y="82"/>
                    <a:pt x="20089" y="119"/>
                    <a:pt x="19449" y="119"/>
                  </a:cubicBezTo>
                  <a:cubicBezTo>
                    <a:pt x="19330" y="119"/>
                    <a:pt x="19213" y="118"/>
                    <a:pt x="19098" y="115"/>
                  </a:cubicBezTo>
                  <a:cubicBezTo>
                    <a:pt x="16937" y="42"/>
                    <a:pt x="14792" y="1"/>
                    <a:pt x="12653" y="1"/>
                  </a:cubicBezTo>
                  <a:close/>
                </a:path>
              </a:pathLst>
            </a:custGeom>
            <a:solidFill>
              <a:srgbClr val="E3BA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4064221" y="2310270"/>
              <a:ext cx="733625" cy="794069"/>
            </a:xfrm>
            <a:custGeom>
              <a:rect b="b" l="l" r="r" t="t"/>
              <a:pathLst>
                <a:path extrusionOk="0" h="38505" w="35574">
                  <a:moveTo>
                    <a:pt x="10474" y="12721"/>
                  </a:moveTo>
                  <a:cubicBezTo>
                    <a:pt x="11164" y="12721"/>
                    <a:pt x="11964" y="12925"/>
                    <a:pt x="12481" y="13413"/>
                  </a:cubicBezTo>
                  <a:cubicBezTo>
                    <a:pt x="12811" y="13722"/>
                    <a:pt x="13154" y="14133"/>
                    <a:pt x="13371" y="14583"/>
                  </a:cubicBezTo>
                  <a:cubicBezTo>
                    <a:pt x="13402" y="14648"/>
                    <a:pt x="13427" y="14763"/>
                    <a:pt x="13394" y="14805"/>
                  </a:cubicBezTo>
                  <a:cubicBezTo>
                    <a:pt x="12700" y="15697"/>
                    <a:pt x="12616" y="16862"/>
                    <a:pt x="12041" y="17809"/>
                  </a:cubicBezTo>
                  <a:cubicBezTo>
                    <a:pt x="11941" y="17973"/>
                    <a:pt x="11871" y="18031"/>
                    <a:pt x="11797" y="18031"/>
                  </a:cubicBezTo>
                  <a:cubicBezTo>
                    <a:pt x="11710" y="18031"/>
                    <a:pt x="11617" y="17952"/>
                    <a:pt x="11462" y="17870"/>
                  </a:cubicBezTo>
                  <a:cubicBezTo>
                    <a:pt x="10774" y="17506"/>
                    <a:pt x="10119" y="17013"/>
                    <a:pt x="9309" y="17013"/>
                  </a:cubicBezTo>
                  <a:cubicBezTo>
                    <a:pt x="9087" y="17013"/>
                    <a:pt x="8854" y="17050"/>
                    <a:pt x="8606" y="17137"/>
                  </a:cubicBezTo>
                  <a:cubicBezTo>
                    <a:pt x="8555" y="17154"/>
                    <a:pt x="8497" y="17161"/>
                    <a:pt x="8433" y="17161"/>
                  </a:cubicBezTo>
                  <a:cubicBezTo>
                    <a:pt x="8186" y="17161"/>
                    <a:pt x="7852" y="17059"/>
                    <a:pt x="7549" y="17059"/>
                  </a:cubicBezTo>
                  <a:cubicBezTo>
                    <a:pt x="7529" y="17059"/>
                    <a:pt x="7510" y="17060"/>
                    <a:pt x="7490" y="17061"/>
                  </a:cubicBezTo>
                  <a:cubicBezTo>
                    <a:pt x="7249" y="17073"/>
                    <a:pt x="7072" y="17135"/>
                    <a:pt x="6853" y="17193"/>
                  </a:cubicBezTo>
                  <a:cubicBezTo>
                    <a:pt x="5859" y="17459"/>
                    <a:pt x="4941" y="17901"/>
                    <a:pt x="4073" y="18416"/>
                  </a:cubicBezTo>
                  <a:cubicBezTo>
                    <a:pt x="3558" y="18721"/>
                    <a:pt x="3240" y="19307"/>
                    <a:pt x="2657" y="19584"/>
                  </a:cubicBezTo>
                  <a:cubicBezTo>
                    <a:pt x="2434" y="19690"/>
                    <a:pt x="2236" y="19792"/>
                    <a:pt x="1905" y="19792"/>
                  </a:cubicBezTo>
                  <a:cubicBezTo>
                    <a:pt x="1877" y="19792"/>
                    <a:pt x="1847" y="19791"/>
                    <a:pt x="1816" y="19789"/>
                  </a:cubicBezTo>
                  <a:cubicBezTo>
                    <a:pt x="2525" y="18616"/>
                    <a:pt x="3253" y="17588"/>
                    <a:pt x="4060" y="16617"/>
                  </a:cubicBezTo>
                  <a:cubicBezTo>
                    <a:pt x="4547" y="16033"/>
                    <a:pt x="4868" y="15329"/>
                    <a:pt x="5415" y="14785"/>
                  </a:cubicBezTo>
                  <a:cubicBezTo>
                    <a:pt x="6129" y="14077"/>
                    <a:pt x="6923" y="13550"/>
                    <a:pt x="7845" y="13108"/>
                  </a:cubicBezTo>
                  <a:cubicBezTo>
                    <a:pt x="8716" y="12693"/>
                    <a:pt x="9592" y="12727"/>
                    <a:pt x="10451" y="12721"/>
                  </a:cubicBezTo>
                  <a:cubicBezTo>
                    <a:pt x="10459" y="12721"/>
                    <a:pt x="10466" y="12721"/>
                    <a:pt x="10474" y="12721"/>
                  </a:cubicBezTo>
                  <a:close/>
                  <a:moveTo>
                    <a:pt x="33953" y="1062"/>
                  </a:moveTo>
                  <a:cubicBezTo>
                    <a:pt x="34174" y="1062"/>
                    <a:pt x="34372" y="1586"/>
                    <a:pt x="34372" y="1923"/>
                  </a:cubicBezTo>
                  <a:cubicBezTo>
                    <a:pt x="34378" y="4081"/>
                    <a:pt x="34082" y="6189"/>
                    <a:pt x="33609" y="8304"/>
                  </a:cubicBezTo>
                  <a:cubicBezTo>
                    <a:pt x="33306" y="9662"/>
                    <a:pt x="32716" y="10876"/>
                    <a:pt x="32251" y="12147"/>
                  </a:cubicBezTo>
                  <a:cubicBezTo>
                    <a:pt x="31911" y="13077"/>
                    <a:pt x="31203" y="13870"/>
                    <a:pt x="30804" y="14788"/>
                  </a:cubicBezTo>
                  <a:cubicBezTo>
                    <a:pt x="30406" y="15711"/>
                    <a:pt x="29597" y="16375"/>
                    <a:pt x="29311" y="17349"/>
                  </a:cubicBezTo>
                  <a:cubicBezTo>
                    <a:pt x="29296" y="17397"/>
                    <a:pt x="29263" y="17467"/>
                    <a:pt x="29224" y="17479"/>
                  </a:cubicBezTo>
                  <a:cubicBezTo>
                    <a:pt x="28410" y="17758"/>
                    <a:pt x="28340" y="18663"/>
                    <a:pt x="27804" y="19161"/>
                  </a:cubicBezTo>
                  <a:cubicBezTo>
                    <a:pt x="27163" y="19755"/>
                    <a:pt x="26754" y="20520"/>
                    <a:pt x="26352" y="21245"/>
                  </a:cubicBezTo>
                  <a:cubicBezTo>
                    <a:pt x="26054" y="21784"/>
                    <a:pt x="25596" y="21966"/>
                    <a:pt x="25187" y="22081"/>
                  </a:cubicBezTo>
                  <a:cubicBezTo>
                    <a:pt x="24692" y="22221"/>
                    <a:pt x="24822" y="22753"/>
                    <a:pt x="24318" y="22967"/>
                  </a:cubicBezTo>
                  <a:cubicBezTo>
                    <a:pt x="23762" y="23207"/>
                    <a:pt x="23877" y="23489"/>
                    <a:pt x="23300" y="23909"/>
                  </a:cubicBezTo>
                  <a:cubicBezTo>
                    <a:pt x="23169" y="24004"/>
                    <a:pt x="22630" y="24080"/>
                    <a:pt x="23056" y="24475"/>
                  </a:cubicBezTo>
                  <a:cubicBezTo>
                    <a:pt x="23037" y="24494"/>
                    <a:pt x="23019" y="24511"/>
                    <a:pt x="22998" y="24528"/>
                  </a:cubicBezTo>
                  <a:cubicBezTo>
                    <a:pt x="22352" y="24997"/>
                    <a:pt x="21665" y="25876"/>
                    <a:pt x="21064" y="25876"/>
                  </a:cubicBezTo>
                  <a:cubicBezTo>
                    <a:pt x="21045" y="25876"/>
                    <a:pt x="21026" y="25875"/>
                    <a:pt x="21007" y="25873"/>
                  </a:cubicBezTo>
                  <a:cubicBezTo>
                    <a:pt x="20139" y="25788"/>
                    <a:pt x="19322" y="25005"/>
                    <a:pt x="18540" y="24444"/>
                  </a:cubicBezTo>
                  <a:cubicBezTo>
                    <a:pt x="18444" y="24375"/>
                    <a:pt x="18372" y="23842"/>
                    <a:pt x="18722" y="23478"/>
                  </a:cubicBezTo>
                  <a:cubicBezTo>
                    <a:pt x="19542" y="22627"/>
                    <a:pt x="20250" y="21681"/>
                    <a:pt x="20628" y="20511"/>
                  </a:cubicBezTo>
                  <a:cubicBezTo>
                    <a:pt x="21001" y="19357"/>
                    <a:pt x="20586" y="18321"/>
                    <a:pt x="19534" y="17705"/>
                  </a:cubicBezTo>
                  <a:cubicBezTo>
                    <a:pt x="19263" y="17546"/>
                    <a:pt x="18865" y="17443"/>
                    <a:pt x="18733" y="17246"/>
                  </a:cubicBezTo>
                  <a:cubicBezTo>
                    <a:pt x="18580" y="17018"/>
                    <a:pt x="18408" y="16945"/>
                    <a:pt x="18242" y="16945"/>
                  </a:cubicBezTo>
                  <a:cubicBezTo>
                    <a:pt x="18030" y="16945"/>
                    <a:pt x="17830" y="17064"/>
                    <a:pt x="17694" y="17132"/>
                  </a:cubicBezTo>
                  <a:cubicBezTo>
                    <a:pt x="16536" y="17714"/>
                    <a:pt x="15662" y="18674"/>
                    <a:pt x="14827" y="19632"/>
                  </a:cubicBezTo>
                  <a:cubicBezTo>
                    <a:pt x="14478" y="20032"/>
                    <a:pt x="14159" y="20446"/>
                    <a:pt x="13596" y="20874"/>
                  </a:cubicBezTo>
                  <a:cubicBezTo>
                    <a:pt x="13570" y="20357"/>
                    <a:pt x="13235" y="20077"/>
                    <a:pt x="12960" y="19875"/>
                  </a:cubicBezTo>
                  <a:cubicBezTo>
                    <a:pt x="12193" y="19309"/>
                    <a:pt x="12551" y="18812"/>
                    <a:pt x="12937" y="18290"/>
                  </a:cubicBezTo>
                  <a:cubicBezTo>
                    <a:pt x="13240" y="17878"/>
                    <a:pt x="13318" y="17363"/>
                    <a:pt x="13476" y="16911"/>
                  </a:cubicBezTo>
                  <a:cubicBezTo>
                    <a:pt x="13966" y="15504"/>
                    <a:pt x="14869" y="14312"/>
                    <a:pt x="15412" y="12956"/>
                  </a:cubicBezTo>
                  <a:cubicBezTo>
                    <a:pt x="15804" y="11971"/>
                    <a:pt x="16421" y="11073"/>
                    <a:pt x="17039" y="10369"/>
                  </a:cubicBezTo>
                  <a:cubicBezTo>
                    <a:pt x="18062" y="9202"/>
                    <a:pt x="18748" y="7701"/>
                    <a:pt x="20172" y="6875"/>
                  </a:cubicBezTo>
                  <a:cubicBezTo>
                    <a:pt x="20620" y="6616"/>
                    <a:pt x="20785" y="6061"/>
                    <a:pt x="21231" y="5692"/>
                  </a:cubicBezTo>
                  <a:cubicBezTo>
                    <a:pt x="22396" y="4728"/>
                    <a:pt x="23600" y="3812"/>
                    <a:pt x="24896" y="3074"/>
                  </a:cubicBezTo>
                  <a:cubicBezTo>
                    <a:pt x="26956" y="1905"/>
                    <a:pt x="29198" y="1225"/>
                    <a:pt x="31609" y="1164"/>
                  </a:cubicBezTo>
                  <a:cubicBezTo>
                    <a:pt x="31729" y="1161"/>
                    <a:pt x="31849" y="1160"/>
                    <a:pt x="31969" y="1160"/>
                  </a:cubicBezTo>
                  <a:cubicBezTo>
                    <a:pt x="32164" y="1160"/>
                    <a:pt x="32360" y="1163"/>
                    <a:pt x="32557" y="1163"/>
                  </a:cubicBezTo>
                  <a:cubicBezTo>
                    <a:pt x="33012" y="1163"/>
                    <a:pt x="33470" y="1150"/>
                    <a:pt x="33928" y="1064"/>
                  </a:cubicBezTo>
                  <a:cubicBezTo>
                    <a:pt x="33937" y="1063"/>
                    <a:pt x="33945" y="1062"/>
                    <a:pt x="33953" y="1062"/>
                  </a:cubicBezTo>
                  <a:close/>
                  <a:moveTo>
                    <a:pt x="17792" y="18540"/>
                  </a:moveTo>
                  <a:cubicBezTo>
                    <a:pt x="18296" y="18540"/>
                    <a:pt x="19133" y="18874"/>
                    <a:pt x="19357" y="19218"/>
                  </a:cubicBezTo>
                  <a:cubicBezTo>
                    <a:pt x="19704" y="19757"/>
                    <a:pt x="19487" y="20177"/>
                    <a:pt x="19209" y="20741"/>
                  </a:cubicBezTo>
                  <a:cubicBezTo>
                    <a:pt x="18635" y="21913"/>
                    <a:pt x="17790" y="22841"/>
                    <a:pt x="16902" y="23719"/>
                  </a:cubicBezTo>
                  <a:cubicBezTo>
                    <a:pt x="15710" y="24898"/>
                    <a:pt x="14620" y="26219"/>
                    <a:pt x="13039" y="26945"/>
                  </a:cubicBezTo>
                  <a:cubicBezTo>
                    <a:pt x="12898" y="27011"/>
                    <a:pt x="12848" y="27284"/>
                    <a:pt x="12679" y="27284"/>
                  </a:cubicBezTo>
                  <a:cubicBezTo>
                    <a:pt x="12623" y="27284"/>
                    <a:pt x="12554" y="27254"/>
                    <a:pt x="12465" y="27179"/>
                  </a:cubicBezTo>
                  <a:cubicBezTo>
                    <a:pt x="12297" y="27037"/>
                    <a:pt x="12266" y="26875"/>
                    <a:pt x="12310" y="26670"/>
                  </a:cubicBezTo>
                  <a:lnTo>
                    <a:pt x="12310" y="26668"/>
                  </a:lnTo>
                  <a:cubicBezTo>
                    <a:pt x="12486" y="26237"/>
                    <a:pt x="12663" y="25805"/>
                    <a:pt x="12839" y="25374"/>
                  </a:cubicBezTo>
                  <a:cubicBezTo>
                    <a:pt x="13504" y="23716"/>
                    <a:pt x="14259" y="22101"/>
                    <a:pt x="15303" y="20643"/>
                  </a:cubicBezTo>
                  <a:cubicBezTo>
                    <a:pt x="15897" y="19814"/>
                    <a:pt x="16592" y="19068"/>
                    <a:pt x="17518" y="18592"/>
                  </a:cubicBezTo>
                  <a:cubicBezTo>
                    <a:pt x="17586" y="18556"/>
                    <a:pt x="17681" y="18540"/>
                    <a:pt x="17792" y="18540"/>
                  </a:cubicBezTo>
                  <a:close/>
                  <a:moveTo>
                    <a:pt x="26340" y="22991"/>
                  </a:moveTo>
                  <a:cubicBezTo>
                    <a:pt x="26395" y="22991"/>
                    <a:pt x="26460" y="23007"/>
                    <a:pt x="26537" y="23044"/>
                  </a:cubicBezTo>
                  <a:cubicBezTo>
                    <a:pt x="26839" y="23187"/>
                    <a:pt x="27152" y="23233"/>
                    <a:pt x="27295" y="23657"/>
                  </a:cubicBezTo>
                  <a:cubicBezTo>
                    <a:pt x="27468" y="24170"/>
                    <a:pt x="27808" y="24627"/>
                    <a:pt x="28087" y="25103"/>
                  </a:cubicBezTo>
                  <a:cubicBezTo>
                    <a:pt x="28362" y="25573"/>
                    <a:pt x="28331" y="26390"/>
                    <a:pt x="28502" y="26970"/>
                  </a:cubicBezTo>
                  <a:cubicBezTo>
                    <a:pt x="28764" y="27849"/>
                    <a:pt x="28222" y="28582"/>
                    <a:pt x="28314" y="29423"/>
                  </a:cubicBezTo>
                  <a:cubicBezTo>
                    <a:pt x="28361" y="29849"/>
                    <a:pt x="28096" y="30438"/>
                    <a:pt x="27852" y="30851"/>
                  </a:cubicBezTo>
                  <a:cubicBezTo>
                    <a:pt x="27096" y="32133"/>
                    <a:pt x="26480" y="33507"/>
                    <a:pt x="25277" y="34509"/>
                  </a:cubicBezTo>
                  <a:cubicBezTo>
                    <a:pt x="24758" y="34941"/>
                    <a:pt x="24171" y="35168"/>
                    <a:pt x="23625" y="35527"/>
                  </a:cubicBezTo>
                  <a:cubicBezTo>
                    <a:pt x="23684" y="34981"/>
                    <a:pt x="23796" y="34563"/>
                    <a:pt x="23714" y="34031"/>
                  </a:cubicBezTo>
                  <a:cubicBezTo>
                    <a:pt x="23653" y="33630"/>
                    <a:pt x="23885" y="33066"/>
                    <a:pt x="23866" y="32547"/>
                  </a:cubicBezTo>
                  <a:cubicBezTo>
                    <a:pt x="23857" y="32284"/>
                    <a:pt x="23636" y="31419"/>
                    <a:pt x="23689" y="31018"/>
                  </a:cubicBezTo>
                  <a:cubicBezTo>
                    <a:pt x="23768" y="30411"/>
                    <a:pt x="23487" y="29966"/>
                    <a:pt x="23359" y="29445"/>
                  </a:cubicBezTo>
                  <a:cubicBezTo>
                    <a:pt x="23137" y="28524"/>
                    <a:pt x="22543" y="27818"/>
                    <a:pt x="22130" y="27007"/>
                  </a:cubicBezTo>
                  <a:cubicBezTo>
                    <a:pt x="22057" y="26861"/>
                    <a:pt x="21906" y="26804"/>
                    <a:pt x="22098" y="26645"/>
                  </a:cubicBezTo>
                  <a:cubicBezTo>
                    <a:pt x="23059" y="25848"/>
                    <a:pt x="24000" y="25022"/>
                    <a:pt x="24982" y="24254"/>
                  </a:cubicBezTo>
                  <a:cubicBezTo>
                    <a:pt x="25318" y="23991"/>
                    <a:pt x="25634" y="23723"/>
                    <a:pt x="25912" y="23405"/>
                  </a:cubicBezTo>
                  <a:cubicBezTo>
                    <a:pt x="26045" y="23255"/>
                    <a:pt x="26114" y="22991"/>
                    <a:pt x="26340" y="22991"/>
                  </a:cubicBezTo>
                  <a:close/>
                  <a:moveTo>
                    <a:pt x="11744" y="20053"/>
                  </a:moveTo>
                  <a:cubicBezTo>
                    <a:pt x="11845" y="20053"/>
                    <a:pt x="11936" y="20123"/>
                    <a:pt x="12025" y="20292"/>
                  </a:cubicBezTo>
                  <a:cubicBezTo>
                    <a:pt x="12149" y="20527"/>
                    <a:pt x="12364" y="20660"/>
                    <a:pt x="12565" y="20827"/>
                  </a:cubicBezTo>
                  <a:cubicBezTo>
                    <a:pt x="13226" y="21373"/>
                    <a:pt x="13400" y="22107"/>
                    <a:pt x="12949" y="22820"/>
                  </a:cubicBezTo>
                  <a:cubicBezTo>
                    <a:pt x="11977" y="24360"/>
                    <a:pt x="11593" y="26096"/>
                    <a:pt x="11151" y="27818"/>
                  </a:cubicBezTo>
                  <a:cubicBezTo>
                    <a:pt x="11014" y="28347"/>
                    <a:pt x="11431" y="28834"/>
                    <a:pt x="11937" y="28834"/>
                  </a:cubicBezTo>
                  <a:cubicBezTo>
                    <a:pt x="12024" y="28834"/>
                    <a:pt x="12114" y="28820"/>
                    <a:pt x="12204" y="28789"/>
                  </a:cubicBezTo>
                  <a:cubicBezTo>
                    <a:pt x="13450" y="28361"/>
                    <a:pt x="14564" y="27714"/>
                    <a:pt x="15446" y="26704"/>
                  </a:cubicBezTo>
                  <a:cubicBezTo>
                    <a:pt x="15892" y="26194"/>
                    <a:pt x="16507" y="25862"/>
                    <a:pt x="16935" y="25315"/>
                  </a:cubicBezTo>
                  <a:cubicBezTo>
                    <a:pt x="16992" y="25241"/>
                    <a:pt x="17079" y="25213"/>
                    <a:pt x="17177" y="25213"/>
                  </a:cubicBezTo>
                  <a:cubicBezTo>
                    <a:pt x="17347" y="25213"/>
                    <a:pt x="17551" y="25295"/>
                    <a:pt x="17695" y="25354"/>
                  </a:cubicBezTo>
                  <a:cubicBezTo>
                    <a:pt x="18302" y="25596"/>
                    <a:pt x="18783" y="26066"/>
                    <a:pt x="19217" y="26524"/>
                  </a:cubicBezTo>
                  <a:cubicBezTo>
                    <a:pt x="19515" y="26838"/>
                    <a:pt x="19982" y="26853"/>
                    <a:pt x="20220" y="27309"/>
                  </a:cubicBezTo>
                  <a:cubicBezTo>
                    <a:pt x="20357" y="27572"/>
                    <a:pt x="20503" y="27681"/>
                    <a:pt x="20408" y="28031"/>
                  </a:cubicBezTo>
                  <a:cubicBezTo>
                    <a:pt x="20186" y="28846"/>
                    <a:pt x="20097" y="29699"/>
                    <a:pt x="19722" y="30472"/>
                  </a:cubicBezTo>
                  <a:cubicBezTo>
                    <a:pt x="19665" y="30592"/>
                    <a:pt x="19606" y="30732"/>
                    <a:pt x="19506" y="30808"/>
                  </a:cubicBezTo>
                  <a:cubicBezTo>
                    <a:pt x="18878" y="31284"/>
                    <a:pt x="18563" y="31971"/>
                    <a:pt x="18150" y="32611"/>
                  </a:cubicBezTo>
                  <a:cubicBezTo>
                    <a:pt x="17809" y="33140"/>
                    <a:pt x="17199" y="33530"/>
                    <a:pt x="16642" y="33874"/>
                  </a:cubicBezTo>
                  <a:cubicBezTo>
                    <a:pt x="16155" y="34171"/>
                    <a:pt x="15645" y="34428"/>
                    <a:pt x="15214" y="34807"/>
                  </a:cubicBezTo>
                  <a:cubicBezTo>
                    <a:pt x="14528" y="35409"/>
                    <a:pt x="13662" y="35650"/>
                    <a:pt x="12837" y="35932"/>
                  </a:cubicBezTo>
                  <a:cubicBezTo>
                    <a:pt x="12619" y="36006"/>
                    <a:pt x="12429" y="36041"/>
                    <a:pt x="12264" y="36041"/>
                  </a:cubicBezTo>
                  <a:cubicBezTo>
                    <a:pt x="11623" y="36041"/>
                    <a:pt x="11362" y="35518"/>
                    <a:pt x="11337" y="34750"/>
                  </a:cubicBezTo>
                  <a:cubicBezTo>
                    <a:pt x="11311" y="33869"/>
                    <a:pt x="11299" y="32992"/>
                    <a:pt x="11087" y="32135"/>
                  </a:cubicBezTo>
                  <a:cubicBezTo>
                    <a:pt x="10986" y="31721"/>
                    <a:pt x="11068" y="31172"/>
                    <a:pt x="10555" y="30977"/>
                  </a:cubicBezTo>
                  <a:cubicBezTo>
                    <a:pt x="10467" y="30944"/>
                    <a:pt x="10386" y="30929"/>
                    <a:pt x="10312" y="30929"/>
                  </a:cubicBezTo>
                  <a:cubicBezTo>
                    <a:pt x="9895" y="30929"/>
                    <a:pt x="9690" y="31401"/>
                    <a:pt x="9458" y="31640"/>
                  </a:cubicBezTo>
                  <a:cubicBezTo>
                    <a:pt x="8489" y="32639"/>
                    <a:pt x="7354" y="33483"/>
                    <a:pt x="6610" y="34698"/>
                  </a:cubicBezTo>
                  <a:cubicBezTo>
                    <a:pt x="6520" y="34843"/>
                    <a:pt x="6385" y="35137"/>
                    <a:pt x="6150" y="35137"/>
                  </a:cubicBezTo>
                  <a:cubicBezTo>
                    <a:pt x="6107" y="35137"/>
                    <a:pt x="6062" y="35127"/>
                    <a:pt x="6013" y="35106"/>
                  </a:cubicBezTo>
                  <a:cubicBezTo>
                    <a:pt x="5720" y="34978"/>
                    <a:pt x="5999" y="34659"/>
                    <a:pt x="5922" y="34459"/>
                  </a:cubicBezTo>
                  <a:cubicBezTo>
                    <a:pt x="5720" y="33927"/>
                    <a:pt x="5633" y="33388"/>
                    <a:pt x="5703" y="32822"/>
                  </a:cubicBezTo>
                  <a:cubicBezTo>
                    <a:pt x="5750" y="31702"/>
                    <a:pt x="5719" y="30562"/>
                    <a:pt x="5677" y="29459"/>
                  </a:cubicBezTo>
                  <a:cubicBezTo>
                    <a:pt x="5631" y="28249"/>
                    <a:pt x="6027" y="27177"/>
                    <a:pt x="6241" y="26076"/>
                  </a:cubicBezTo>
                  <a:cubicBezTo>
                    <a:pt x="6434" y="25080"/>
                    <a:pt x="6962" y="24102"/>
                    <a:pt x="7618" y="23196"/>
                  </a:cubicBezTo>
                  <a:cubicBezTo>
                    <a:pt x="8066" y="22577"/>
                    <a:pt x="8783" y="22233"/>
                    <a:pt x="9085" y="21524"/>
                  </a:cubicBezTo>
                  <a:cubicBezTo>
                    <a:pt x="9147" y="21376"/>
                    <a:pt x="9264" y="21281"/>
                    <a:pt x="9447" y="21249"/>
                  </a:cubicBezTo>
                  <a:cubicBezTo>
                    <a:pt x="10202" y="21113"/>
                    <a:pt x="10838" y="20726"/>
                    <a:pt x="11406" y="20233"/>
                  </a:cubicBezTo>
                  <a:cubicBezTo>
                    <a:pt x="11533" y="20122"/>
                    <a:pt x="11644" y="20053"/>
                    <a:pt x="11744" y="20053"/>
                  </a:cubicBezTo>
                  <a:close/>
                  <a:moveTo>
                    <a:pt x="32040" y="2"/>
                  </a:moveTo>
                  <a:cubicBezTo>
                    <a:pt x="31900" y="2"/>
                    <a:pt x="31761" y="4"/>
                    <a:pt x="31621" y="10"/>
                  </a:cubicBezTo>
                  <a:cubicBezTo>
                    <a:pt x="30714" y="47"/>
                    <a:pt x="29706" y="0"/>
                    <a:pt x="28933" y="378"/>
                  </a:cubicBezTo>
                  <a:cubicBezTo>
                    <a:pt x="27911" y="879"/>
                    <a:pt x="26797" y="1116"/>
                    <a:pt x="25763" y="1474"/>
                  </a:cubicBezTo>
                  <a:cubicBezTo>
                    <a:pt x="24808" y="1803"/>
                    <a:pt x="23996" y="2359"/>
                    <a:pt x="23263" y="2860"/>
                  </a:cubicBezTo>
                  <a:cubicBezTo>
                    <a:pt x="22084" y="3664"/>
                    <a:pt x="20850" y="4453"/>
                    <a:pt x="19865" y="5604"/>
                  </a:cubicBezTo>
                  <a:cubicBezTo>
                    <a:pt x="18988" y="6632"/>
                    <a:pt x="17870" y="7530"/>
                    <a:pt x="17109" y="8628"/>
                  </a:cubicBezTo>
                  <a:cubicBezTo>
                    <a:pt x="16165" y="9986"/>
                    <a:pt x="14962" y="11201"/>
                    <a:pt x="14380" y="12808"/>
                  </a:cubicBezTo>
                  <a:cubicBezTo>
                    <a:pt x="14274" y="13101"/>
                    <a:pt x="14136" y="13254"/>
                    <a:pt x="13967" y="13254"/>
                  </a:cubicBezTo>
                  <a:cubicBezTo>
                    <a:pt x="13825" y="13254"/>
                    <a:pt x="13661" y="13146"/>
                    <a:pt x="13476" y="12921"/>
                  </a:cubicBezTo>
                  <a:cubicBezTo>
                    <a:pt x="12974" y="12310"/>
                    <a:pt x="12364" y="11892"/>
                    <a:pt x="11563" y="11635"/>
                  </a:cubicBezTo>
                  <a:cubicBezTo>
                    <a:pt x="11281" y="11545"/>
                    <a:pt x="11004" y="11517"/>
                    <a:pt x="10731" y="11517"/>
                  </a:cubicBezTo>
                  <a:cubicBezTo>
                    <a:pt x="10307" y="11517"/>
                    <a:pt x="9890" y="11583"/>
                    <a:pt x="9473" y="11583"/>
                  </a:cubicBezTo>
                  <a:cubicBezTo>
                    <a:pt x="9347" y="11583"/>
                    <a:pt x="9221" y="11577"/>
                    <a:pt x="9094" y="11562"/>
                  </a:cubicBezTo>
                  <a:cubicBezTo>
                    <a:pt x="9002" y="11550"/>
                    <a:pt x="8912" y="11545"/>
                    <a:pt x="8823" y="11545"/>
                  </a:cubicBezTo>
                  <a:cubicBezTo>
                    <a:pt x="8065" y="11545"/>
                    <a:pt x="7422" y="11930"/>
                    <a:pt x="6779" y="12263"/>
                  </a:cubicBezTo>
                  <a:cubicBezTo>
                    <a:pt x="5803" y="12772"/>
                    <a:pt x="5020" y="13483"/>
                    <a:pt x="4337" y="14401"/>
                  </a:cubicBezTo>
                  <a:cubicBezTo>
                    <a:pt x="3586" y="15413"/>
                    <a:pt x="2778" y="16395"/>
                    <a:pt x="2058" y="17431"/>
                  </a:cubicBezTo>
                  <a:cubicBezTo>
                    <a:pt x="1357" y="18444"/>
                    <a:pt x="773" y="19568"/>
                    <a:pt x="442" y="20746"/>
                  </a:cubicBezTo>
                  <a:cubicBezTo>
                    <a:pt x="286" y="21300"/>
                    <a:pt x="0" y="21919"/>
                    <a:pt x="167" y="22575"/>
                  </a:cubicBezTo>
                  <a:cubicBezTo>
                    <a:pt x="239" y="22858"/>
                    <a:pt x="390" y="23056"/>
                    <a:pt x="561" y="23056"/>
                  </a:cubicBezTo>
                  <a:cubicBezTo>
                    <a:pt x="641" y="23056"/>
                    <a:pt x="726" y="23012"/>
                    <a:pt x="809" y="22913"/>
                  </a:cubicBezTo>
                  <a:cubicBezTo>
                    <a:pt x="1738" y="21795"/>
                    <a:pt x="2915" y="20944"/>
                    <a:pt x="3902" y="19908"/>
                  </a:cubicBezTo>
                  <a:cubicBezTo>
                    <a:pt x="4664" y="19108"/>
                    <a:pt x="5832" y="19116"/>
                    <a:pt x="6499" y="18271"/>
                  </a:cubicBezTo>
                  <a:cubicBezTo>
                    <a:pt x="6717" y="18363"/>
                    <a:pt x="6931" y="18399"/>
                    <a:pt x="7142" y="18399"/>
                  </a:cubicBezTo>
                  <a:cubicBezTo>
                    <a:pt x="7640" y="18399"/>
                    <a:pt x="8119" y="18195"/>
                    <a:pt x="8584" y="18046"/>
                  </a:cubicBezTo>
                  <a:cubicBezTo>
                    <a:pt x="8717" y="18003"/>
                    <a:pt x="8843" y="17984"/>
                    <a:pt x="8963" y="17984"/>
                  </a:cubicBezTo>
                  <a:cubicBezTo>
                    <a:pt x="9555" y="17984"/>
                    <a:pt x="10010" y="18429"/>
                    <a:pt x="10569" y="18523"/>
                  </a:cubicBezTo>
                  <a:cubicBezTo>
                    <a:pt x="10961" y="18590"/>
                    <a:pt x="10711" y="19136"/>
                    <a:pt x="10751" y="19461"/>
                  </a:cubicBezTo>
                  <a:cubicBezTo>
                    <a:pt x="10775" y="19658"/>
                    <a:pt x="10719" y="19715"/>
                    <a:pt x="10638" y="19715"/>
                  </a:cubicBezTo>
                  <a:cubicBezTo>
                    <a:pt x="10527" y="19715"/>
                    <a:pt x="10371" y="19607"/>
                    <a:pt x="10317" y="19607"/>
                  </a:cubicBezTo>
                  <a:cubicBezTo>
                    <a:pt x="10316" y="19607"/>
                    <a:pt x="10316" y="19607"/>
                    <a:pt x="10315" y="19607"/>
                  </a:cubicBezTo>
                  <a:cubicBezTo>
                    <a:pt x="9236" y="19649"/>
                    <a:pt x="8464" y="20324"/>
                    <a:pt x="7803" y="20997"/>
                  </a:cubicBezTo>
                  <a:cubicBezTo>
                    <a:pt x="6725" y="22092"/>
                    <a:pt x="5818" y="23330"/>
                    <a:pt x="5341" y="24861"/>
                  </a:cubicBezTo>
                  <a:cubicBezTo>
                    <a:pt x="4882" y="26337"/>
                    <a:pt x="4466" y="27799"/>
                    <a:pt x="4479" y="29358"/>
                  </a:cubicBezTo>
                  <a:cubicBezTo>
                    <a:pt x="4488" y="30369"/>
                    <a:pt x="4393" y="31393"/>
                    <a:pt x="4522" y="32388"/>
                  </a:cubicBezTo>
                  <a:cubicBezTo>
                    <a:pt x="4616" y="33094"/>
                    <a:pt x="4446" y="33815"/>
                    <a:pt x="4664" y="34495"/>
                  </a:cubicBezTo>
                  <a:cubicBezTo>
                    <a:pt x="4838" y="35041"/>
                    <a:pt x="4970" y="35594"/>
                    <a:pt x="4966" y="36162"/>
                  </a:cubicBezTo>
                  <a:cubicBezTo>
                    <a:pt x="4961" y="36725"/>
                    <a:pt x="5527" y="36898"/>
                    <a:pt x="5703" y="37337"/>
                  </a:cubicBezTo>
                  <a:cubicBezTo>
                    <a:pt x="5716" y="37368"/>
                    <a:pt x="5736" y="37383"/>
                    <a:pt x="5762" y="37383"/>
                  </a:cubicBezTo>
                  <a:cubicBezTo>
                    <a:pt x="5818" y="37383"/>
                    <a:pt x="5898" y="37308"/>
                    <a:pt x="5971" y="37181"/>
                  </a:cubicBezTo>
                  <a:cubicBezTo>
                    <a:pt x="6184" y="36809"/>
                    <a:pt x="6251" y="36350"/>
                    <a:pt x="6619" y="36055"/>
                  </a:cubicBezTo>
                  <a:cubicBezTo>
                    <a:pt x="7766" y="35140"/>
                    <a:pt x="8670" y="33998"/>
                    <a:pt x="9556" y="32846"/>
                  </a:cubicBezTo>
                  <a:cubicBezTo>
                    <a:pt x="9675" y="32689"/>
                    <a:pt x="9817" y="32627"/>
                    <a:pt x="9960" y="32627"/>
                  </a:cubicBezTo>
                  <a:cubicBezTo>
                    <a:pt x="10010" y="32627"/>
                    <a:pt x="10059" y="32634"/>
                    <a:pt x="10109" y="32648"/>
                  </a:cubicBezTo>
                  <a:cubicBezTo>
                    <a:pt x="10325" y="32707"/>
                    <a:pt x="10161" y="32903"/>
                    <a:pt x="10172" y="33043"/>
                  </a:cubicBezTo>
                  <a:cubicBezTo>
                    <a:pt x="10244" y="33977"/>
                    <a:pt x="10451" y="34896"/>
                    <a:pt x="10421" y="35840"/>
                  </a:cubicBezTo>
                  <a:cubicBezTo>
                    <a:pt x="10410" y="36187"/>
                    <a:pt x="10583" y="36439"/>
                    <a:pt x="10854" y="36674"/>
                  </a:cubicBezTo>
                  <a:cubicBezTo>
                    <a:pt x="11150" y="36931"/>
                    <a:pt x="11698" y="37069"/>
                    <a:pt x="12237" y="37069"/>
                  </a:cubicBezTo>
                  <a:cubicBezTo>
                    <a:pt x="12684" y="37069"/>
                    <a:pt x="13126" y="36974"/>
                    <a:pt x="13413" y="36772"/>
                  </a:cubicBezTo>
                  <a:cubicBezTo>
                    <a:pt x="13509" y="36705"/>
                    <a:pt x="13642" y="36648"/>
                    <a:pt x="13757" y="36648"/>
                  </a:cubicBezTo>
                  <a:cubicBezTo>
                    <a:pt x="13767" y="36648"/>
                    <a:pt x="13776" y="36648"/>
                    <a:pt x="13786" y="36649"/>
                  </a:cubicBezTo>
                  <a:cubicBezTo>
                    <a:pt x="13847" y="36655"/>
                    <a:pt x="13906" y="36658"/>
                    <a:pt x="13964" y="36658"/>
                  </a:cubicBezTo>
                  <a:cubicBezTo>
                    <a:pt x="14649" y="36658"/>
                    <a:pt x="15164" y="36253"/>
                    <a:pt x="15689" y="35871"/>
                  </a:cubicBezTo>
                  <a:cubicBezTo>
                    <a:pt x="15839" y="35762"/>
                    <a:pt x="15962" y="35549"/>
                    <a:pt x="16118" y="35527"/>
                  </a:cubicBezTo>
                  <a:cubicBezTo>
                    <a:pt x="17124" y="35384"/>
                    <a:pt x="17743" y="34627"/>
                    <a:pt x="18495" y="34082"/>
                  </a:cubicBezTo>
                  <a:cubicBezTo>
                    <a:pt x="18946" y="33756"/>
                    <a:pt x="19164" y="33245"/>
                    <a:pt x="19486" y="32816"/>
                  </a:cubicBezTo>
                  <a:cubicBezTo>
                    <a:pt x="19956" y="32191"/>
                    <a:pt x="20410" y="31586"/>
                    <a:pt x="20774" y="30876"/>
                  </a:cubicBezTo>
                  <a:cubicBezTo>
                    <a:pt x="21172" y="30103"/>
                    <a:pt x="21468" y="29303"/>
                    <a:pt x="21897" y="28504"/>
                  </a:cubicBezTo>
                  <a:cubicBezTo>
                    <a:pt x="22096" y="29260"/>
                    <a:pt x="22373" y="30008"/>
                    <a:pt x="22460" y="30777"/>
                  </a:cubicBezTo>
                  <a:cubicBezTo>
                    <a:pt x="22505" y="31180"/>
                    <a:pt x="23109" y="31278"/>
                    <a:pt x="22869" y="31724"/>
                  </a:cubicBezTo>
                  <a:cubicBezTo>
                    <a:pt x="22597" y="32236"/>
                    <a:pt x="22770" y="32720"/>
                    <a:pt x="22827" y="33241"/>
                  </a:cubicBezTo>
                  <a:cubicBezTo>
                    <a:pt x="22858" y="33519"/>
                    <a:pt x="23109" y="33791"/>
                    <a:pt x="22983" y="34026"/>
                  </a:cubicBezTo>
                  <a:cubicBezTo>
                    <a:pt x="22432" y="35056"/>
                    <a:pt x="22301" y="36321"/>
                    <a:pt x="21203" y="37057"/>
                  </a:cubicBezTo>
                  <a:cubicBezTo>
                    <a:pt x="20850" y="37293"/>
                    <a:pt x="20649" y="37864"/>
                    <a:pt x="20906" y="38256"/>
                  </a:cubicBezTo>
                  <a:cubicBezTo>
                    <a:pt x="21025" y="38438"/>
                    <a:pt x="21183" y="38504"/>
                    <a:pt x="21355" y="38504"/>
                  </a:cubicBezTo>
                  <a:cubicBezTo>
                    <a:pt x="21587" y="38504"/>
                    <a:pt x="21843" y="38383"/>
                    <a:pt x="22059" y="38267"/>
                  </a:cubicBezTo>
                  <a:cubicBezTo>
                    <a:pt x="22241" y="38169"/>
                    <a:pt x="22407" y="38054"/>
                    <a:pt x="22603" y="37964"/>
                  </a:cubicBezTo>
                  <a:cubicBezTo>
                    <a:pt x="23383" y="37610"/>
                    <a:pt x="24150" y="37046"/>
                    <a:pt x="24643" y="36484"/>
                  </a:cubicBezTo>
                  <a:cubicBezTo>
                    <a:pt x="25358" y="35664"/>
                    <a:pt x="26702" y="35445"/>
                    <a:pt x="26905" y="34165"/>
                  </a:cubicBezTo>
                  <a:cubicBezTo>
                    <a:pt x="27813" y="34068"/>
                    <a:pt x="27895" y="33200"/>
                    <a:pt x="28179" y="32626"/>
                  </a:cubicBezTo>
                  <a:cubicBezTo>
                    <a:pt x="28340" y="32298"/>
                    <a:pt x="28804" y="32385"/>
                    <a:pt x="28683" y="32286"/>
                  </a:cubicBezTo>
                  <a:cubicBezTo>
                    <a:pt x="28303" y="31973"/>
                    <a:pt x="28882" y="31764"/>
                    <a:pt x="28692" y="31525"/>
                  </a:cubicBezTo>
                  <a:cubicBezTo>
                    <a:pt x="29151" y="31377"/>
                    <a:pt x="28437" y="30870"/>
                    <a:pt x="28925" y="30744"/>
                  </a:cubicBezTo>
                  <a:cubicBezTo>
                    <a:pt x="29375" y="30626"/>
                    <a:pt x="29670" y="30486"/>
                    <a:pt x="29313" y="29947"/>
                  </a:cubicBezTo>
                  <a:cubicBezTo>
                    <a:pt x="29277" y="29893"/>
                    <a:pt x="29012" y="29361"/>
                    <a:pt x="29437" y="29216"/>
                  </a:cubicBezTo>
                  <a:cubicBezTo>
                    <a:pt x="29758" y="29106"/>
                    <a:pt x="29818" y="29092"/>
                    <a:pt x="29772" y="28826"/>
                  </a:cubicBezTo>
                  <a:cubicBezTo>
                    <a:pt x="29737" y="28631"/>
                    <a:pt x="29641" y="28434"/>
                    <a:pt x="29661" y="28247"/>
                  </a:cubicBezTo>
                  <a:cubicBezTo>
                    <a:pt x="29748" y="27371"/>
                    <a:pt x="29966" y="26567"/>
                    <a:pt x="29565" y="25631"/>
                  </a:cubicBezTo>
                  <a:cubicBezTo>
                    <a:pt x="29129" y="24610"/>
                    <a:pt x="28678" y="23636"/>
                    <a:pt x="28032" y="22736"/>
                  </a:cubicBezTo>
                  <a:cubicBezTo>
                    <a:pt x="27689" y="22253"/>
                    <a:pt x="27119" y="21721"/>
                    <a:pt x="27796" y="21095"/>
                  </a:cubicBezTo>
                  <a:cubicBezTo>
                    <a:pt x="28188" y="20730"/>
                    <a:pt x="28546" y="20385"/>
                    <a:pt x="28781" y="19875"/>
                  </a:cubicBezTo>
                  <a:cubicBezTo>
                    <a:pt x="29179" y="19013"/>
                    <a:pt x="30019" y="18417"/>
                    <a:pt x="30475" y="17640"/>
                  </a:cubicBezTo>
                  <a:cubicBezTo>
                    <a:pt x="31508" y="15879"/>
                    <a:pt x="32660" y="14188"/>
                    <a:pt x="33479" y="12284"/>
                  </a:cubicBezTo>
                  <a:cubicBezTo>
                    <a:pt x="34252" y="10481"/>
                    <a:pt x="34883" y="8642"/>
                    <a:pt x="35162" y="6738"/>
                  </a:cubicBezTo>
                  <a:cubicBezTo>
                    <a:pt x="35457" y="4720"/>
                    <a:pt x="35574" y="2651"/>
                    <a:pt x="35068" y="613"/>
                  </a:cubicBezTo>
                  <a:cubicBezTo>
                    <a:pt x="34970" y="218"/>
                    <a:pt x="34788" y="102"/>
                    <a:pt x="34415" y="94"/>
                  </a:cubicBezTo>
                  <a:cubicBezTo>
                    <a:pt x="33623" y="79"/>
                    <a:pt x="32830" y="2"/>
                    <a:pt x="32040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4792452" y="2630561"/>
              <a:ext cx="215918" cy="123673"/>
            </a:xfrm>
            <a:custGeom>
              <a:rect b="b" l="l" r="r" t="t"/>
              <a:pathLst>
                <a:path extrusionOk="0" h="5997" w="10470">
                  <a:moveTo>
                    <a:pt x="72" y="1"/>
                  </a:moveTo>
                  <a:cubicBezTo>
                    <a:pt x="1" y="1178"/>
                    <a:pt x="52" y="1167"/>
                    <a:pt x="842" y="1889"/>
                  </a:cubicBezTo>
                  <a:cubicBezTo>
                    <a:pt x="1259" y="2270"/>
                    <a:pt x="1771" y="2331"/>
                    <a:pt x="2214" y="2581"/>
                  </a:cubicBezTo>
                  <a:cubicBezTo>
                    <a:pt x="2998" y="3023"/>
                    <a:pt x="3740" y="3529"/>
                    <a:pt x="4588" y="3865"/>
                  </a:cubicBezTo>
                  <a:cubicBezTo>
                    <a:pt x="4622" y="3878"/>
                    <a:pt x="4656" y="3883"/>
                    <a:pt x="4689" y="3883"/>
                  </a:cubicBezTo>
                  <a:cubicBezTo>
                    <a:pt x="4792" y="3883"/>
                    <a:pt x="4891" y="3836"/>
                    <a:pt x="4975" y="3836"/>
                  </a:cubicBezTo>
                  <a:cubicBezTo>
                    <a:pt x="5036" y="3836"/>
                    <a:pt x="5089" y="3860"/>
                    <a:pt x="5130" y="3944"/>
                  </a:cubicBezTo>
                  <a:cubicBezTo>
                    <a:pt x="5612" y="4932"/>
                    <a:pt x="6937" y="4677"/>
                    <a:pt x="7491" y="5554"/>
                  </a:cubicBezTo>
                  <a:cubicBezTo>
                    <a:pt x="7604" y="5533"/>
                    <a:pt x="7715" y="5524"/>
                    <a:pt x="7824" y="5524"/>
                  </a:cubicBezTo>
                  <a:cubicBezTo>
                    <a:pt x="8529" y="5524"/>
                    <a:pt x="9163" y="5906"/>
                    <a:pt x="9851" y="5990"/>
                  </a:cubicBezTo>
                  <a:cubicBezTo>
                    <a:pt x="9887" y="5994"/>
                    <a:pt x="9928" y="5997"/>
                    <a:pt x="9971" y="5997"/>
                  </a:cubicBezTo>
                  <a:cubicBezTo>
                    <a:pt x="10102" y="5997"/>
                    <a:pt x="10245" y="5972"/>
                    <a:pt x="10299" y="5903"/>
                  </a:cubicBezTo>
                  <a:cubicBezTo>
                    <a:pt x="10470" y="5682"/>
                    <a:pt x="10173" y="5599"/>
                    <a:pt x="10073" y="5500"/>
                  </a:cubicBezTo>
                  <a:cubicBezTo>
                    <a:pt x="9062" y="4485"/>
                    <a:pt x="7771" y="3874"/>
                    <a:pt x="6534" y="3233"/>
                  </a:cubicBezTo>
                  <a:cubicBezTo>
                    <a:pt x="5296" y="2591"/>
                    <a:pt x="4114" y="1852"/>
                    <a:pt x="2879" y="1206"/>
                  </a:cubicBezTo>
                  <a:cubicBezTo>
                    <a:pt x="1962" y="727"/>
                    <a:pt x="1122" y="155"/>
                    <a:pt x="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4811136" y="2520394"/>
              <a:ext cx="202183" cy="81335"/>
            </a:xfrm>
            <a:custGeom>
              <a:rect b="b" l="l" r="r" t="t"/>
              <a:pathLst>
                <a:path extrusionOk="0" h="3944" w="9804">
                  <a:moveTo>
                    <a:pt x="9273" y="0"/>
                  </a:moveTo>
                  <a:cubicBezTo>
                    <a:pt x="9200" y="0"/>
                    <a:pt x="9127" y="6"/>
                    <a:pt x="9063" y="18"/>
                  </a:cubicBezTo>
                  <a:cubicBezTo>
                    <a:pt x="7458" y="298"/>
                    <a:pt x="5827" y="469"/>
                    <a:pt x="4331" y="1208"/>
                  </a:cubicBezTo>
                  <a:cubicBezTo>
                    <a:pt x="3948" y="1398"/>
                    <a:pt x="3506" y="1465"/>
                    <a:pt x="3091" y="1587"/>
                  </a:cubicBezTo>
                  <a:cubicBezTo>
                    <a:pt x="2313" y="2063"/>
                    <a:pt x="1290" y="1955"/>
                    <a:pt x="580" y="2515"/>
                  </a:cubicBezTo>
                  <a:cubicBezTo>
                    <a:pt x="325" y="2717"/>
                    <a:pt x="257" y="3249"/>
                    <a:pt x="87" y="3625"/>
                  </a:cubicBezTo>
                  <a:cubicBezTo>
                    <a:pt x="1" y="3818"/>
                    <a:pt x="184" y="3943"/>
                    <a:pt x="368" y="3943"/>
                  </a:cubicBezTo>
                  <a:cubicBezTo>
                    <a:pt x="387" y="3943"/>
                    <a:pt x="405" y="3942"/>
                    <a:pt x="423" y="3939"/>
                  </a:cubicBezTo>
                  <a:cubicBezTo>
                    <a:pt x="1560" y="3784"/>
                    <a:pt x="2662" y="3481"/>
                    <a:pt x="3709" y="3015"/>
                  </a:cubicBezTo>
                  <a:cubicBezTo>
                    <a:pt x="4519" y="2658"/>
                    <a:pt x="5379" y="2427"/>
                    <a:pt x="6205" y="2135"/>
                  </a:cubicBezTo>
                  <a:cubicBezTo>
                    <a:pt x="7192" y="1787"/>
                    <a:pt x="8200" y="1486"/>
                    <a:pt x="9146" y="1035"/>
                  </a:cubicBezTo>
                  <a:cubicBezTo>
                    <a:pt x="9427" y="901"/>
                    <a:pt x="9777" y="567"/>
                    <a:pt x="9791" y="307"/>
                  </a:cubicBezTo>
                  <a:cubicBezTo>
                    <a:pt x="9803" y="80"/>
                    <a:pt x="9532" y="0"/>
                    <a:pt x="927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4757949" y="2686139"/>
              <a:ext cx="119342" cy="149699"/>
            </a:xfrm>
            <a:custGeom>
              <a:rect b="b" l="l" r="r" t="t"/>
              <a:pathLst>
                <a:path extrusionOk="0" h="7259" w="5787">
                  <a:moveTo>
                    <a:pt x="547" y="1"/>
                  </a:moveTo>
                  <a:cubicBezTo>
                    <a:pt x="149" y="1"/>
                    <a:pt x="1" y="282"/>
                    <a:pt x="53" y="537"/>
                  </a:cubicBezTo>
                  <a:cubicBezTo>
                    <a:pt x="127" y="915"/>
                    <a:pt x="180" y="1318"/>
                    <a:pt x="470" y="1689"/>
                  </a:cubicBezTo>
                  <a:cubicBezTo>
                    <a:pt x="1148" y="2556"/>
                    <a:pt x="1765" y="3450"/>
                    <a:pt x="2551" y="4248"/>
                  </a:cubicBezTo>
                  <a:cubicBezTo>
                    <a:pt x="3139" y="4844"/>
                    <a:pt x="3657" y="5538"/>
                    <a:pt x="4254" y="6145"/>
                  </a:cubicBezTo>
                  <a:cubicBezTo>
                    <a:pt x="4597" y="6493"/>
                    <a:pt x="4979" y="6803"/>
                    <a:pt x="5325" y="7146"/>
                  </a:cubicBezTo>
                  <a:cubicBezTo>
                    <a:pt x="5399" y="7220"/>
                    <a:pt x="5469" y="7259"/>
                    <a:pt x="5542" y="7259"/>
                  </a:cubicBezTo>
                  <a:cubicBezTo>
                    <a:pt x="5584" y="7259"/>
                    <a:pt x="5627" y="7246"/>
                    <a:pt x="5673" y="7220"/>
                  </a:cubicBezTo>
                  <a:cubicBezTo>
                    <a:pt x="5729" y="7187"/>
                    <a:pt x="5754" y="7098"/>
                    <a:pt x="5787" y="7044"/>
                  </a:cubicBezTo>
                  <a:cubicBezTo>
                    <a:pt x="5740" y="6980"/>
                    <a:pt x="5690" y="6941"/>
                    <a:pt x="5679" y="6893"/>
                  </a:cubicBezTo>
                  <a:cubicBezTo>
                    <a:pt x="5402" y="5605"/>
                    <a:pt x="4545" y="4640"/>
                    <a:pt x="3873" y="3564"/>
                  </a:cubicBezTo>
                  <a:cubicBezTo>
                    <a:pt x="3475" y="2923"/>
                    <a:pt x="2907" y="2439"/>
                    <a:pt x="2512" y="1786"/>
                  </a:cubicBezTo>
                  <a:cubicBezTo>
                    <a:pt x="2089" y="1086"/>
                    <a:pt x="1762" y="196"/>
                    <a:pt x="723" y="17"/>
                  </a:cubicBezTo>
                  <a:cubicBezTo>
                    <a:pt x="660" y="6"/>
                    <a:pt x="601" y="1"/>
                    <a:pt x="54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4"/>
            <p:cNvSpPr/>
            <p:nvPr/>
          </p:nvSpPr>
          <p:spPr>
            <a:xfrm>
              <a:off x="4238648" y="2333801"/>
              <a:ext cx="128458" cy="110867"/>
            </a:xfrm>
            <a:custGeom>
              <a:rect b="b" l="l" r="r" t="t"/>
              <a:pathLst>
                <a:path extrusionOk="0" h="5376" w="6229">
                  <a:moveTo>
                    <a:pt x="300" y="1"/>
                  </a:moveTo>
                  <a:cubicBezTo>
                    <a:pt x="231" y="1"/>
                    <a:pt x="170" y="25"/>
                    <a:pt x="121" y="104"/>
                  </a:cubicBezTo>
                  <a:cubicBezTo>
                    <a:pt x="0" y="305"/>
                    <a:pt x="246" y="342"/>
                    <a:pt x="324" y="446"/>
                  </a:cubicBezTo>
                  <a:cubicBezTo>
                    <a:pt x="1165" y="1560"/>
                    <a:pt x="2178" y="2509"/>
                    <a:pt x="3225" y="3420"/>
                  </a:cubicBezTo>
                  <a:cubicBezTo>
                    <a:pt x="3926" y="4029"/>
                    <a:pt x="4634" y="4632"/>
                    <a:pt x="5364" y="5203"/>
                  </a:cubicBezTo>
                  <a:cubicBezTo>
                    <a:pt x="5471" y="5286"/>
                    <a:pt x="5627" y="5376"/>
                    <a:pt x="5794" y="5376"/>
                  </a:cubicBezTo>
                  <a:cubicBezTo>
                    <a:pt x="5855" y="5376"/>
                    <a:pt x="5917" y="5364"/>
                    <a:pt x="5980" y="5335"/>
                  </a:cubicBezTo>
                  <a:cubicBezTo>
                    <a:pt x="6221" y="5227"/>
                    <a:pt x="6065" y="4939"/>
                    <a:pt x="6229" y="4791"/>
                  </a:cubicBezTo>
                  <a:cubicBezTo>
                    <a:pt x="6185" y="4631"/>
                    <a:pt x="6177" y="4457"/>
                    <a:pt x="6095" y="4326"/>
                  </a:cubicBezTo>
                  <a:cubicBezTo>
                    <a:pt x="5723" y="3728"/>
                    <a:pt x="5250" y="3201"/>
                    <a:pt x="4721" y="2752"/>
                  </a:cubicBezTo>
                  <a:cubicBezTo>
                    <a:pt x="4483" y="2548"/>
                    <a:pt x="4338" y="2137"/>
                    <a:pt x="3934" y="2137"/>
                  </a:cubicBezTo>
                  <a:cubicBezTo>
                    <a:pt x="3882" y="2137"/>
                    <a:pt x="3826" y="2144"/>
                    <a:pt x="3765" y="2159"/>
                  </a:cubicBezTo>
                  <a:cubicBezTo>
                    <a:pt x="3757" y="2161"/>
                    <a:pt x="3750" y="2162"/>
                    <a:pt x="3743" y="2162"/>
                  </a:cubicBezTo>
                  <a:cubicBezTo>
                    <a:pt x="3633" y="2162"/>
                    <a:pt x="3545" y="1952"/>
                    <a:pt x="3533" y="1787"/>
                  </a:cubicBezTo>
                  <a:cubicBezTo>
                    <a:pt x="3528" y="1720"/>
                    <a:pt x="3645" y="1591"/>
                    <a:pt x="3453" y="1591"/>
                  </a:cubicBezTo>
                  <a:cubicBezTo>
                    <a:pt x="3450" y="1591"/>
                    <a:pt x="3446" y="1591"/>
                    <a:pt x="3443" y="1591"/>
                  </a:cubicBezTo>
                  <a:cubicBezTo>
                    <a:pt x="3399" y="1592"/>
                    <a:pt x="3361" y="1593"/>
                    <a:pt x="3329" y="1593"/>
                  </a:cubicBezTo>
                  <a:cubicBezTo>
                    <a:pt x="3135" y="1593"/>
                    <a:pt x="3130" y="1572"/>
                    <a:pt x="3086" y="1478"/>
                  </a:cubicBezTo>
                  <a:cubicBezTo>
                    <a:pt x="3030" y="1361"/>
                    <a:pt x="2981" y="1156"/>
                    <a:pt x="2909" y="1148"/>
                  </a:cubicBezTo>
                  <a:cubicBezTo>
                    <a:pt x="1999" y="1037"/>
                    <a:pt x="1428" y="211"/>
                    <a:pt x="546" y="46"/>
                  </a:cubicBezTo>
                  <a:cubicBezTo>
                    <a:pt x="460" y="30"/>
                    <a:pt x="375" y="1"/>
                    <a:pt x="3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4347206" y="2265065"/>
              <a:ext cx="67064" cy="151287"/>
            </a:xfrm>
            <a:custGeom>
              <a:rect b="b" l="l" r="r" t="t"/>
              <a:pathLst>
                <a:path extrusionOk="0" h="7336" w="3252">
                  <a:moveTo>
                    <a:pt x="0" y="1"/>
                  </a:moveTo>
                  <a:lnTo>
                    <a:pt x="0" y="1"/>
                  </a:lnTo>
                  <a:cubicBezTo>
                    <a:pt x="44" y="2469"/>
                    <a:pt x="1022" y="4579"/>
                    <a:pt x="1823" y="6730"/>
                  </a:cubicBezTo>
                  <a:cubicBezTo>
                    <a:pt x="1938" y="7039"/>
                    <a:pt x="2194" y="7335"/>
                    <a:pt x="2568" y="7335"/>
                  </a:cubicBezTo>
                  <a:cubicBezTo>
                    <a:pt x="2625" y="7335"/>
                    <a:pt x="2685" y="7328"/>
                    <a:pt x="2747" y="7314"/>
                  </a:cubicBezTo>
                  <a:cubicBezTo>
                    <a:pt x="3251" y="7195"/>
                    <a:pt x="3049" y="6800"/>
                    <a:pt x="3007" y="6478"/>
                  </a:cubicBezTo>
                  <a:cubicBezTo>
                    <a:pt x="2982" y="6276"/>
                    <a:pt x="2981" y="6083"/>
                    <a:pt x="2912" y="5873"/>
                  </a:cubicBezTo>
                  <a:cubicBezTo>
                    <a:pt x="2444" y="4429"/>
                    <a:pt x="1820" y="3045"/>
                    <a:pt x="1307" y="1618"/>
                  </a:cubicBezTo>
                  <a:cubicBezTo>
                    <a:pt x="1105" y="1052"/>
                    <a:pt x="879" y="228"/>
                    <a:pt x="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4216953" y="2435614"/>
              <a:ext cx="127571" cy="61166"/>
            </a:xfrm>
            <a:custGeom>
              <a:rect b="b" l="l" r="r" t="t"/>
              <a:pathLst>
                <a:path extrusionOk="0" h="2966" w="6186">
                  <a:moveTo>
                    <a:pt x="392" y="0"/>
                  </a:moveTo>
                  <a:cubicBezTo>
                    <a:pt x="272" y="0"/>
                    <a:pt x="142" y="37"/>
                    <a:pt x="0" y="136"/>
                  </a:cubicBezTo>
                  <a:cubicBezTo>
                    <a:pt x="714" y="1056"/>
                    <a:pt x="1671" y="1638"/>
                    <a:pt x="2653" y="2007"/>
                  </a:cubicBezTo>
                  <a:cubicBezTo>
                    <a:pt x="3437" y="2303"/>
                    <a:pt x="4122" y="2926"/>
                    <a:pt x="5041" y="2926"/>
                  </a:cubicBezTo>
                  <a:cubicBezTo>
                    <a:pt x="5137" y="2926"/>
                    <a:pt x="5236" y="2919"/>
                    <a:pt x="5338" y="2905"/>
                  </a:cubicBezTo>
                  <a:cubicBezTo>
                    <a:pt x="5758" y="2844"/>
                    <a:pt x="6186" y="2965"/>
                    <a:pt x="6112" y="2394"/>
                  </a:cubicBezTo>
                  <a:cubicBezTo>
                    <a:pt x="6059" y="1978"/>
                    <a:pt x="5928" y="1505"/>
                    <a:pt x="5372" y="1505"/>
                  </a:cubicBezTo>
                  <a:cubicBezTo>
                    <a:pt x="5325" y="1505"/>
                    <a:pt x="5276" y="1508"/>
                    <a:pt x="5223" y="1515"/>
                  </a:cubicBezTo>
                  <a:cubicBezTo>
                    <a:pt x="5122" y="1528"/>
                    <a:pt x="5019" y="1556"/>
                    <a:pt x="4914" y="1556"/>
                  </a:cubicBezTo>
                  <a:cubicBezTo>
                    <a:pt x="4838" y="1556"/>
                    <a:pt x="4760" y="1542"/>
                    <a:pt x="4680" y="1495"/>
                  </a:cubicBezTo>
                  <a:cubicBezTo>
                    <a:pt x="3609" y="879"/>
                    <a:pt x="2438" y="529"/>
                    <a:pt x="1237" y="296"/>
                  </a:cubicBezTo>
                  <a:cubicBezTo>
                    <a:pt x="958" y="242"/>
                    <a:pt x="703" y="0"/>
                    <a:pt x="39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4523325" y="2443658"/>
              <a:ext cx="151947" cy="170383"/>
            </a:xfrm>
            <a:custGeom>
              <a:rect b="b" l="l" r="r" t="t"/>
              <a:pathLst>
                <a:path extrusionOk="0" h="8262" w="7368">
                  <a:moveTo>
                    <a:pt x="4300" y="1162"/>
                  </a:moveTo>
                  <a:cubicBezTo>
                    <a:pt x="4674" y="1162"/>
                    <a:pt x="5021" y="1248"/>
                    <a:pt x="5252" y="1667"/>
                  </a:cubicBezTo>
                  <a:cubicBezTo>
                    <a:pt x="6117" y="3224"/>
                    <a:pt x="6640" y="4439"/>
                    <a:pt x="5257" y="6197"/>
                  </a:cubicBezTo>
                  <a:cubicBezTo>
                    <a:pt x="4748" y="6844"/>
                    <a:pt x="4183" y="7231"/>
                    <a:pt x="3454" y="7231"/>
                  </a:cubicBezTo>
                  <a:cubicBezTo>
                    <a:pt x="3402" y="7231"/>
                    <a:pt x="3348" y="7229"/>
                    <a:pt x="3294" y="7225"/>
                  </a:cubicBezTo>
                  <a:cubicBezTo>
                    <a:pt x="2247" y="7144"/>
                    <a:pt x="1707" y="6477"/>
                    <a:pt x="1321" y="5467"/>
                  </a:cubicBezTo>
                  <a:cubicBezTo>
                    <a:pt x="963" y="4537"/>
                    <a:pt x="1419" y="3605"/>
                    <a:pt x="1035" y="2734"/>
                  </a:cubicBezTo>
                  <a:cubicBezTo>
                    <a:pt x="1615" y="2505"/>
                    <a:pt x="1324" y="1748"/>
                    <a:pt x="1827" y="1452"/>
                  </a:cubicBezTo>
                  <a:cubicBezTo>
                    <a:pt x="2193" y="1238"/>
                    <a:pt x="2567" y="1174"/>
                    <a:pt x="2951" y="1174"/>
                  </a:cubicBezTo>
                  <a:cubicBezTo>
                    <a:pt x="3123" y="1174"/>
                    <a:pt x="3298" y="1187"/>
                    <a:pt x="3474" y="1205"/>
                  </a:cubicBezTo>
                  <a:cubicBezTo>
                    <a:pt x="3482" y="1205"/>
                    <a:pt x="3489" y="1205"/>
                    <a:pt x="3497" y="1205"/>
                  </a:cubicBezTo>
                  <a:cubicBezTo>
                    <a:pt x="3758" y="1205"/>
                    <a:pt x="4036" y="1162"/>
                    <a:pt x="4300" y="1162"/>
                  </a:cubicBezTo>
                  <a:close/>
                  <a:moveTo>
                    <a:pt x="3989" y="1"/>
                  </a:moveTo>
                  <a:cubicBezTo>
                    <a:pt x="3782" y="1"/>
                    <a:pt x="3565" y="18"/>
                    <a:pt x="3337" y="52"/>
                  </a:cubicBezTo>
                  <a:cubicBezTo>
                    <a:pt x="2410" y="192"/>
                    <a:pt x="1436" y="509"/>
                    <a:pt x="890" y="1359"/>
                  </a:cubicBezTo>
                  <a:cubicBezTo>
                    <a:pt x="1" y="2745"/>
                    <a:pt x="83" y="4277"/>
                    <a:pt x="450" y="5812"/>
                  </a:cubicBezTo>
                  <a:cubicBezTo>
                    <a:pt x="815" y="7343"/>
                    <a:pt x="2291" y="8262"/>
                    <a:pt x="3537" y="8262"/>
                  </a:cubicBezTo>
                  <a:cubicBezTo>
                    <a:pt x="3800" y="8262"/>
                    <a:pt x="4052" y="8221"/>
                    <a:pt x="4282" y="8137"/>
                  </a:cubicBezTo>
                  <a:cubicBezTo>
                    <a:pt x="4888" y="7912"/>
                    <a:pt x="5344" y="7203"/>
                    <a:pt x="5882" y="6950"/>
                  </a:cubicBezTo>
                  <a:cubicBezTo>
                    <a:pt x="6640" y="6593"/>
                    <a:pt x="6240" y="5508"/>
                    <a:pt x="7124" y="5420"/>
                  </a:cubicBezTo>
                  <a:cubicBezTo>
                    <a:pt x="6908" y="4887"/>
                    <a:pt x="7368" y="4417"/>
                    <a:pt x="7251" y="3803"/>
                  </a:cubicBezTo>
                  <a:cubicBezTo>
                    <a:pt x="7315" y="3496"/>
                    <a:pt x="7124" y="3148"/>
                    <a:pt x="7027" y="2784"/>
                  </a:cubicBezTo>
                  <a:cubicBezTo>
                    <a:pt x="6546" y="956"/>
                    <a:pt x="5542" y="1"/>
                    <a:pt x="398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593546" y="3487159"/>
              <a:ext cx="1883404" cy="1610791"/>
            </a:xfrm>
            <a:custGeom>
              <a:rect b="b" l="l" r="r" t="t"/>
              <a:pathLst>
                <a:path extrusionOk="0" h="25458" w="31317">
                  <a:moveTo>
                    <a:pt x="12653" y="1"/>
                  </a:moveTo>
                  <a:cubicBezTo>
                    <a:pt x="11479" y="1"/>
                    <a:pt x="10307" y="13"/>
                    <a:pt x="9136" y="40"/>
                  </a:cubicBezTo>
                  <a:cubicBezTo>
                    <a:pt x="7632" y="40"/>
                    <a:pt x="6128" y="115"/>
                    <a:pt x="4624" y="152"/>
                  </a:cubicBezTo>
                  <a:cubicBezTo>
                    <a:pt x="4558" y="156"/>
                    <a:pt x="4487" y="158"/>
                    <a:pt x="4413" y="158"/>
                  </a:cubicBezTo>
                  <a:cubicBezTo>
                    <a:pt x="4054" y="158"/>
                    <a:pt x="3608" y="122"/>
                    <a:pt x="3181" y="122"/>
                  </a:cubicBezTo>
                  <a:cubicBezTo>
                    <a:pt x="2792" y="122"/>
                    <a:pt x="2418" y="152"/>
                    <a:pt x="2143" y="265"/>
                  </a:cubicBezTo>
                  <a:cubicBezTo>
                    <a:pt x="188" y="1092"/>
                    <a:pt x="451" y="2107"/>
                    <a:pt x="451" y="3536"/>
                  </a:cubicBezTo>
                  <a:lnTo>
                    <a:pt x="451" y="13310"/>
                  </a:lnTo>
                  <a:lnTo>
                    <a:pt x="451" y="18423"/>
                  </a:lnTo>
                  <a:cubicBezTo>
                    <a:pt x="451" y="19701"/>
                    <a:pt x="0" y="21957"/>
                    <a:pt x="451" y="23198"/>
                  </a:cubicBezTo>
                  <a:cubicBezTo>
                    <a:pt x="1098" y="25034"/>
                    <a:pt x="3264" y="25457"/>
                    <a:pt x="5538" y="25457"/>
                  </a:cubicBezTo>
                  <a:cubicBezTo>
                    <a:pt x="7360" y="25457"/>
                    <a:pt x="9252" y="25186"/>
                    <a:pt x="10489" y="25153"/>
                  </a:cubicBezTo>
                  <a:lnTo>
                    <a:pt x="20000" y="25002"/>
                  </a:lnTo>
                  <a:cubicBezTo>
                    <a:pt x="20568" y="25002"/>
                    <a:pt x="21317" y="25063"/>
                    <a:pt x="22087" y="25063"/>
                  </a:cubicBezTo>
                  <a:cubicBezTo>
                    <a:pt x="23509" y="25063"/>
                    <a:pt x="25003" y="24857"/>
                    <a:pt x="25564" y="23686"/>
                  </a:cubicBezTo>
                  <a:cubicBezTo>
                    <a:pt x="26090" y="22634"/>
                    <a:pt x="25639" y="20190"/>
                    <a:pt x="25790" y="18950"/>
                  </a:cubicBezTo>
                  <a:cubicBezTo>
                    <a:pt x="25677" y="18874"/>
                    <a:pt x="25677" y="18724"/>
                    <a:pt x="25790" y="18611"/>
                  </a:cubicBezTo>
                  <a:cubicBezTo>
                    <a:pt x="26579" y="17521"/>
                    <a:pt x="27444" y="16506"/>
                    <a:pt x="28309" y="15491"/>
                  </a:cubicBezTo>
                  <a:cubicBezTo>
                    <a:pt x="28797" y="14927"/>
                    <a:pt x="29211" y="14363"/>
                    <a:pt x="29699" y="13762"/>
                  </a:cubicBezTo>
                  <a:cubicBezTo>
                    <a:pt x="30113" y="13235"/>
                    <a:pt x="30527" y="12671"/>
                    <a:pt x="30940" y="12145"/>
                  </a:cubicBezTo>
                  <a:cubicBezTo>
                    <a:pt x="31316" y="11844"/>
                    <a:pt x="31316" y="11619"/>
                    <a:pt x="30827" y="11468"/>
                  </a:cubicBezTo>
                  <a:cubicBezTo>
                    <a:pt x="30414" y="10566"/>
                    <a:pt x="28572" y="9589"/>
                    <a:pt x="27895" y="8874"/>
                  </a:cubicBezTo>
                  <a:cubicBezTo>
                    <a:pt x="27106" y="8085"/>
                    <a:pt x="26354" y="7220"/>
                    <a:pt x="25715" y="6280"/>
                  </a:cubicBezTo>
                  <a:cubicBezTo>
                    <a:pt x="25527" y="6205"/>
                    <a:pt x="25451" y="6055"/>
                    <a:pt x="25451" y="5867"/>
                  </a:cubicBezTo>
                  <a:cubicBezTo>
                    <a:pt x="25489" y="3799"/>
                    <a:pt x="26166" y="1017"/>
                    <a:pt x="23572" y="303"/>
                  </a:cubicBezTo>
                  <a:cubicBezTo>
                    <a:pt x="22930" y="125"/>
                    <a:pt x="22204" y="82"/>
                    <a:pt x="21470" y="82"/>
                  </a:cubicBezTo>
                  <a:cubicBezTo>
                    <a:pt x="20783" y="82"/>
                    <a:pt x="20089" y="119"/>
                    <a:pt x="19449" y="119"/>
                  </a:cubicBezTo>
                  <a:cubicBezTo>
                    <a:pt x="19330" y="119"/>
                    <a:pt x="19213" y="118"/>
                    <a:pt x="19098" y="115"/>
                  </a:cubicBezTo>
                  <a:cubicBezTo>
                    <a:pt x="16937" y="42"/>
                    <a:pt x="14792" y="1"/>
                    <a:pt x="12653" y="1"/>
                  </a:cubicBezTo>
                  <a:close/>
                </a:path>
              </a:pathLst>
            </a:custGeom>
            <a:solidFill>
              <a:srgbClr val="B6FCF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1066203" y="3919825"/>
              <a:ext cx="716137" cy="719251"/>
            </a:xfrm>
            <a:custGeom>
              <a:rect b="b" l="l" r="r" t="t"/>
              <a:pathLst>
                <a:path extrusionOk="0" h="35797" w="35642">
                  <a:moveTo>
                    <a:pt x="19567" y="869"/>
                  </a:moveTo>
                  <a:cubicBezTo>
                    <a:pt x="20117" y="869"/>
                    <a:pt x="20387" y="1246"/>
                    <a:pt x="20393" y="2075"/>
                  </a:cubicBezTo>
                  <a:cubicBezTo>
                    <a:pt x="20245" y="2531"/>
                    <a:pt x="20384" y="3075"/>
                    <a:pt x="20432" y="3620"/>
                  </a:cubicBezTo>
                  <a:cubicBezTo>
                    <a:pt x="20471" y="4083"/>
                    <a:pt x="20602" y="4511"/>
                    <a:pt x="21144" y="4612"/>
                  </a:cubicBezTo>
                  <a:cubicBezTo>
                    <a:pt x="22602" y="4883"/>
                    <a:pt x="23831" y="5693"/>
                    <a:pt x="25133" y="6322"/>
                  </a:cubicBezTo>
                  <a:cubicBezTo>
                    <a:pt x="25366" y="6434"/>
                    <a:pt x="25554" y="6520"/>
                    <a:pt x="25751" y="6520"/>
                  </a:cubicBezTo>
                  <a:cubicBezTo>
                    <a:pt x="25920" y="6520"/>
                    <a:pt x="26096" y="6458"/>
                    <a:pt x="26314" y="6297"/>
                  </a:cubicBezTo>
                  <a:cubicBezTo>
                    <a:pt x="26920" y="5849"/>
                    <a:pt x="27697" y="5639"/>
                    <a:pt x="28366" y="5266"/>
                  </a:cubicBezTo>
                  <a:cubicBezTo>
                    <a:pt x="28522" y="5179"/>
                    <a:pt x="28664" y="5142"/>
                    <a:pt x="28792" y="5142"/>
                  </a:cubicBezTo>
                  <a:cubicBezTo>
                    <a:pt x="29084" y="5142"/>
                    <a:pt x="29309" y="5332"/>
                    <a:pt x="29486" y="5563"/>
                  </a:cubicBezTo>
                  <a:cubicBezTo>
                    <a:pt x="29929" y="6142"/>
                    <a:pt x="30259" y="6807"/>
                    <a:pt x="30690" y="7398"/>
                  </a:cubicBezTo>
                  <a:cubicBezTo>
                    <a:pt x="31051" y="7893"/>
                    <a:pt x="30911" y="8326"/>
                    <a:pt x="30579" y="8699"/>
                  </a:cubicBezTo>
                  <a:cubicBezTo>
                    <a:pt x="30276" y="9043"/>
                    <a:pt x="29915" y="9377"/>
                    <a:pt x="29511" y="9583"/>
                  </a:cubicBezTo>
                  <a:cubicBezTo>
                    <a:pt x="29021" y="9830"/>
                    <a:pt x="29044" y="10199"/>
                    <a:pt x="29150" y="10575"/>
                  </a:cubicBezTo>
                  <a:cubicBezTo>
                    <a:pt x="29363" y="11329"/>
                    <a:pt x="29612" y="12078"/>
                    <a:pt x="29896" y="12807"/>
                  </a:cubicBezTo>
                  <a:cubicBezTo>
                    <a:pt x="30007" y="13090"/>
                    <a:pt x="30271" y="13293"/>
                    <a:pt x="30575" y="13422"/>
                  </a:cubicBezTo>
                  <a:cubicBezTo>
                    <a:pt x="31534" y="13829"/>
                    <a:pt x="32483" y="14262"/>
                    <a:pt x="33446" y="14662"/>
                  </a:cubicBezTo>
                  <a:cubicBezTo>
                    <a:pt x="33656" y="14749"/>
                    <a:pt x="33681" y="14873"/>
                    <a:pt x="33742" y="15063"/>
                  </a:cubicBezTo>
                  <a:cubicBezTo>
                    <a:pt x="34083" y="16125"/>
                    <a:pt x="33978" y="17252"/>
                    <a:pt x="34255" y="18328"/>
                  </a:cubicBezTo>
                  <a:cubicBezTo>
                    <a:pt x="34344" y="18672"/>
                    <a:pt x="34261" y="19132"/>
                    <a:pt x="33605" y="19314"/>
                  </a:cubicBezTo>
                  <a:cubicBezTo>
                    <a:pt x="32734" y="19556"/>
                    <a:pt x="31945" y="20103"/>
                    <a:pt x="31122" y="20518"/>
                  </a:cubicBezTo>
                  <a:cubicBezTo>
                    <a:pt x="30645" y="20758"/>
                    <a:pt x="30698" y="21274"/>
                    <a:pt x="30508" y="21668"/>
                  </a:cubicBezTo>
                  <a:cubicBezTo>
                    <a:pt x="29694" y="23351"/>
                    <a:pt x="29595" y="24952"/>
                    <a:pt x="30808" y="26532"/>
                  </a:cubicBezTo>
                  <a:cubicBezTo>
                    <a:pt x="31058" y="26859"/>
                    <a:pt x="31096" y="27388"/>
                    <a:pt x="31332" y="27789"/>
                  </a:cubicBezTo>
                  <a:cubicBezTo>
                    <a:pt x="31581" y="28216"/>
                    <a:pt x="31132" y="28317"/>
                    <a:pt x="30936" y="28443"/>
                  </a:cubicBezTo>
                  <a:cubicBezTo>
                    <a:pt x="30156" y="28947"/>
                    <a:pt x="29302" y="29345"/>
                    <a:pt x="28807" y="30199"/>
                  </a:cubicBezTo>
                  <a:cubicBezTo>
                    <a:pt x="28685" y="30410"/>
                    <a:pt x="28532" y="30510"/>
                    <a:pt x="28375" y="30510"/>
                  </a:cubicBezTo>
                  <a:cubicBezTo>
                    <a:pt x="28232" y="30510"/>
                    <a:pt x="28087" y="30428"/>
                    <a:pt x="27958" y="30274"/>
                  </a:cubicBezTo>
                  <a:cubicBezTo>
                    <a:pt x="27526" y="29753"/>
                    <a:pt x="26889" y="29622"/>
                    <a:pt x="26336" y="29345"/>
                  </a:cubicBezTo>
                  <a:cubicBezTo>
                    <a:pt x="26226" y="29290"/>
                    <a:pt x="26124" y="29268"/>
                    <a:pt x="26028" y="29268"/>
                  </a:cubicBezTo>
                  <a:cubicBezTo>
                    <a:pt x="25618" y="29268"/>
                    <a:pt x="25303" y="29678"/>
                    <a:pt x="24926" y="29809"/>
                  </a:cubicBezTo>
                  <a:cubicBezTo>
                    <a:pt x="23770" y="30208"/>
                    <a:pt x="22681" y="30804"/>
                    <a:pt x="21524" y="31201"/>
                  </a:cubicBezTo>
                  <a:cubicBezTo>
                    <a:pt x="20911" y="31409"/>
                    <a:pt x="20600" y="31730"/>
                    <a:pt x="20723" y="32308"/>
                  </a:cubicBezTo>
                  <a:cubicBezTo>
                    <a:pt x="20805" y="32693"/>
                    <a:pt x="20695" y="33041"/>
                    <a:pt x="20710" y="33405"/>
                  </a:cubicBezTo>
                  <a:cubicBezTo>
                    <a:pt x="20739" y="34065"/>
                    <a:pt x="20339" y="34397"/>
                    <a:pt x="19730" y="34397"/>
                  </a:cubicBezTo>
                  <a:cubicBezTo>
                    <a:pt x="19615" y="34397"/>
                    <a:pt x="19493" y="34386"/>
                    <a:pt x="19365" y="34362"/>
                  </a:cubicBezTo>
                  <a:cubicBezTo>
                    <a:pt x="19307" y="34351"/>
                    <a:pt x="19251" y="34346"/>
                    <a:pt x="19195" y="34346"/>
                  </a:cubicBezTo>
                  <a:cubicBezTo>
                    <a:pt x="18749" y="34346"/>
                    <a:pt x="18350" y="34655"/>
                    <a:pt x="17915" y="34763"/>
                  </a:cubicBezTo>
                  <a:cubicBezTo>
                    <a:pt x="17650" y="34830"/>
                    <a:pt x="17416" y="34866"/>
                    <a:pt x="17213" y="34866"/>
                  </a:cubicBezTo>
                  <a:cubicBezTo>
                    <a:pt x="16641" y="34866"/>
                    <a:pt x="16312" y="34573"/>
                    <a:pt x="16201" y="33827"/>
                  </a:cubicBezTo>
                  <a:cubicBezTo>
                    <a:pt x="16093" y="33099"/>
                    <a:pt x="15599" y="32508"/>
                    <a:pt x="15585" y="31747"/>
                  </a:cubicBezTo>
                  <a:cubicBezTo>
                    <a:pt x="15582" y="31633"/>
                    <a:pt x="15386" y="31249"/>
                    <a:pt x="15023" y="31114"/>
                  </a:cubicBezTo>
                  <a:cubicBezTo>
                    <a:pt x="14161" y="30795"/>
                    <a:pt x="13369" y="30283"/>
                    <a:pt x="12528" y="29933"/>
                  </a:cubicBezTo>
                  <a:cubicBezTo>
                    <a:pt x="12180" y="29788"/>
                    <a:pt x="11820" y="29717"/>
                    <a:pt x="11461" y="29717"/>
                  </a:cubicBezTo>
                  <a:cubicBezTo>
                    <a:pt x="10863" y="29717"/>
                    <a:pt x="10265" y="29914"/>
                    <a:pt x="9718" y="30299"/>
                  </a:cubicBezTo>
                  <a:cubicBezTo>
                    <a:pt x="9524" y="30437"/>
                    <a:pt x="9302" y="30540"/>
                    <a:pt x="9112" y="30683"/>
                  </a:cubicBezTo>
                  <a:cubicBezTo>
                    <a:pt x="8605" y="31064"/>
                    <a:pt x="8250" y="31259"/>
                    <a:pt x="7917" y="31259"/>
                  </a:cubicBezTo>
                  <a:cubicBezTo>
                    <a:pt x="7550" y="31259"/>
                    <a:pt x="7209" y="31022"/>
                    <a:pt x="6721" y="30540"/>
                  </a:cubicBezTo>
                  <a:cubicBezTo>
                    <a:pt x="6316" y="30141"/>
                    <a:pt x="5892" y="29762"/>
                    <a:pt x="5461" y="29392"/>
                  </a:cubicBezTo>
                  <a:cubicBezTo>
                    <a:pt x="5192" y="29161"/>
                    <a:pt x="5240" y="28941"/>
                    <a:pt x="5422" y="28706"/>
                  </a:cubicBezTo>
                  <a:cubicBezTo>
                    <a:pt x="5831" y="28174"/>
                    <a:pt x="5851" y="27516"/>
                    <a:pt x="6050" y="26921"/>
                  </a:cubicBezTo>
                  <a:cubicBezTo>
                    <a:pt x="6463" y="25697"/>
                    <a:pt x="5815" y="24793"/>
                    <a:pt x="5562" y="23732"/>
                  </a:cubicBezTo>
                  <a:cubicBezTo>
                    <a:pt x="5358" y="22881"/>
                    <a:pt x="4818" y="22074"/>
                    <a:pt x="4994" y="21119"/>
                  </a:cubicBezTo>
                  <a:cubicBezTo>
                    <a:pt x="5059" y="20761"/>
                    <a:pt x="4772" y="20392"/>
                    <a:pt x="4462" y="20346"/>
                  </a:cubicBezTo>
                  <a:cubicBezTo>
                    <a:pt x="3658" y="20224"/>
                    <a:pt x="3042" y="19664"/>
                    <a:pt x="2245" y="19524"/>
                  </a:cubicBezTo>
                  <a:cubicBezTo>
                    <a:pt x="1544" y="19403"/>
                    <a:pt x="974" y="17963"/>
                    <a:pt x="1268" y="17166"/>
                  </a:cubicBezTo>
                  <a:cubicBezTo>
                    <a:pt x="1346" y="16956"/>
                    <a:pt x="1360" y="16763"/>
                    <a:pt x="1373" y="16559"/>
                  </a:cubicBezTo>
                  <a:cubicBezTo>
                    <a:pt x="1446" y="15203"/>
                    <a:pt x="1447" y="15209"/>
                    <a:pt x="2734" y="14767"/>
                  </a:cubicBezTo>
                  <a:cubicBezTo>
                    <a:pt x="2857" y="14725"/>
                    <a:pt x="2982" y="14712"/>
                    <a:pt x="3108" y="14712"/>
                  </a:cubicBezTo>
                  <a:cubicBezTo>
                    <a:pt x="3302" y="14712"/>
                    <a:pt x="3498" y="14742"/>
                    <a:pt x="3693" y="14742"/>
                  </a:cubicBezTo>
                  <a:cubicBezTo>
                    <a:pt x="3873" y="14742"/>
                    <a:pt x="4053" y="14716"/>
                    <a:pt x="4229" y="14616"/>
                  </a:cubicBezTo>
                  <a:cubicBezTo>
                    <a:pt x="4551" y="14433"/>
                    <a:pt x="4919" y="14347"/>
                    <a:pt x="5311" y="14319"/>
                  </a:cubicBezTo>
                  <a:cubicBezTo>
                    <a:pt x="5909" y="14277"/>
                    <a:pt x="5630" y="13739"/>
                    <a:pt x="5767" y="13425"/>
                  </a:cubicBezTo>
                  <a:cubicBezTo>
                    <a:pt x="6004" y="12876"/>
                    <a:pt x="6033" y="12249"/>
                    <a:pt x="6441" y="11757"/>
                  </a:cubicBezTo>
                  <a:cubicBezTo>
                    <a:pt x="6771" y="11356"/>
                    <a:pt x="6746" y="10927"/>
                    <a:pt x="6442" y="10457"/>
                  </a:cubicBezTo>
                  <a:cubicBezTo>
                    <a:pt x="5971" y="9726"/>
                    <a:pt x="5388" y="9083"/>
                    <a:pt x="4784" y="8487"/>
                  </a:cubicBezTo>
                  <a:cubicBezTo>
                    <a:pt x="4272" y="7979"/>
                    <a:pt x="4428" y="7582"/>
                    <a:pt x="4734" y="7178"/>
                  </a:cubicBezTo>
                  <a:cubicBezTo>
                    <a:pt x="5176" y="6594"/>
                    <a:pt x="5778" y="6162"/>
                    <a:pt x="6232" y="5560"/>
                  </a:cubicBezTo>
                  <a:cubicBezTo>
                    <a:pt x="6374" y="5372"/>
                    <a:pt x="6538" y="5299"/>
                    <a:pt x="6706" y="5299"/>
                  </a:cubicBezTo>
                  <a:cubicBezTo>
                    <a:pt x="7059" y="5299"/>
                    <a:pt x="7435" y="5617"/>
                    <a:pt x="7685" y="5860"/>
                  </a:cubicBezTo>
                  <a:cubicBezTo>
                    <a:pt x="8166" y="6328"/>
                    <a:pt x="8947" y="6319"/>
                    <a:pt x="9292" y="6960"/>
                  </a:cubicBezTo>
                  <a:cubicBezTo>
                    <a:pt x="9307" y="6988"/>
                    <a:pt x="9392" y="7004"/>
                    <a:pt x="9467" y="7004"/>
                  </a:cubicBezTo>
                  <a:cubicBezTo>
                    <a:pt x="9523" y="7004"/>
                    <a:pt x="9573" y="6995"/>
                    <a:pt x="9588" y="6975"/>
                  </a:cubicBezTo>
                  <a:cubicBezTo>
                    <a:pt x="10173" y="6185"/>
                    <a:pt x="11386" y="6446"/>
                    <a:pt x="11915" y="5571"/>
                  </a:cubicBezTo>
                  <a:cubicBezTo>
                    <a:pt x="11952" y="5510"/>
                    <a:pt x="12021" y="5496"/>
                    <a:pt x="12085" y="5496"/>
                  </a:cubicBezTo>
                  <a:cubicBezTo>
                    <a:pt x="12146" y="5496"/>
                    <a:pt x="12202" y="5509"/>
                    <a:pt x="12225" y="5509"/>
                  </a:cubicBezTo>
                  <a:cubicBezTo>
                    <a:pt x="12229" y="5509"/>
                    <a:pt x="12232" y="5508"/>
                    <a:pt x="12234" y="5507"/>
                  </a:cubicBezTo>
                  <a:cubicBezTo>
                    <a:pt x="12741" y="5068"/>
                    <a:pt x="13438" y="5062"/>
                    <a:pt x="14015" y="4745"/>
                  </a:cubicBezTo>
                  <a:cubicBezTo>
                    <a:pt x="14570" y="4441"/>
                    <a:pt x="15339" y="4508"/>
                    <a:pt x="15498" y="3691"/>
                  </a:cubicBezTo>
                  <a:cubicBezTo>
                    <a:pt x="15644" y="2931"/>
                    <a:pt x="15998" y="2263"/>
                    <a:pt x="16264" y="1556"/>
                  </a:cubicBezTo>
                  <a:cubicBezTo>
                    <a:pt x="16447" y="1071"/>
                    <a:pt x="16735" y="931"/>
                    <a:pt x="17039" y="931"/>
                  </a:cubicBezTo>
                  <a:cubicBezTo>
                    <a:pt x="17187" y="931"/>
                    <a:pt x="17340" y="965"/>
                    <a:pt x="17486" y="1008"/>
                  </a:cubicBezTo>
                  <a:cubicBezTo>
                    <a:pt x="17704" y="1072"/>
                    <a:pt x="17913" y="1098"/>
                    <a:pt x="18116" y="1098"/>
                  </a:cubicBezTo>
                  <a:cubicBezTo>
                    <a:pt x="18448" y="1098"/>
                    <a:pt x="18767" y="1029"/>
                    <a:pt x="19093" y="941"/>
                  </a:cubicBezTo>
                  <a:cubicBezTo>
                    <a:pt x="19269" y="893"/>
                    <a:pt x="19427" y="869"/>
                    <a:pt x="19567" y="869"/>
                  </a:cubicBezTo>
                  <a:close/>
                  <a:moveTo>
                    <a:pt x="19696" y="1"/>
                  </a:moveTo>
                  <a:cubicBezTo>
                    <a:pt x="19195" y="1"/>
                    <a:pt x="18694" y="53"/>
                    <a:pt x="18188" y="53"/>
                  </a:cubicBezTo>
                  <a:cubicBezTo>
                    <a:pt x="18034" y="53"/>
                    <a:pt x="17880" y="48"/>
                    <a:pt x="17725" y="36"/>
                  </a:cubicBezTo>
                  <a:cubicBezTo>
                    <a:pt x="17585" y="24"/>
                    <a:pt x="17449" y="19"/>
                    <a:pt x="17317" y="19"/>
                  </a:cubicBezTo>
                  <a:cubicBezTo>
                    <a:pt x="16047" y="19"/>
                    <a:pt x="15151" y="563"/>
                    <a:pt x="14872" y="2094"/>
                  </a:cubicBezTo>
                  <a:cubicBezTo>
                    <a:pt x="14759" y="2718"/>
                    <a:pt x="14667" y="3579"/>
                    <a:pt x="13774" y="3824"/>
                  </a:cubicBezTo>
                  <a:cubicBezTo>
                    <a:pt x="13245" y="3968"/>
                    <a:pt x="12749" y="4256"/>
                    <a:pt x="12256" y="4418"/>
                  </a:cubicBezTo>
                  <a:cubicBezTo>
                    <a:pt x="11470" y="4676"/>
                    <a:pt x="11000" y="5409"/>
                    <a:pt x="10180" y="5555"/>
                  </a:cubicBezTo>
                  <a:cubicBezTo>
                    <a:pt x="9866" y="5611"/>
                    <a:pt x="9771" y="5944"/>
                    <a:pt x="9700" y="6345"/>
                  </a:cubicBezTo>
                  <a:cubicBezTo>
                    <a:pt x="9505" y="6084"/>
                    <a:pt x="9389" y="5941"/>
                    <a:pt x="9288" y="5790"/>
                  </a:cubicBezTo>
                  <a:cubicBezTo>
                    <a:pt x="8847" y="5129"/>
                    <a:pt x="8376" y="4494"/>
                    <a:pt x="7584" y="4231"/>
                  </a:cubicBezTo>
                  <a:cubicBezTo>
                    <a:pt x="7282" y="4131"/>
                    <a:pt x="6902" y="4017"/>
                    <a:pt x="6583" y="4017"/>
                  </a:cubicBezTo>
                  <a:cubicBezTo>
                    <a:pt x="6368" y="4017"/>
                    <a:pt x="6180" y="4069"/>
                    <a:pt x="6064" y="4213"/>
                  </a:cubicBezTo>
                  <a:cubicBezTo>
                    <a:pt x="5490" y="4923"/>
                    <a:pt x="4678" y="5396"/>
                    <a:pt x="4196" y="6163"/>
                  </a:cubicBezTo>
                  <a:cubicBezTo>
                    <a:pt x="3770" y="6843"/>
                    <a:pt x="3087" y="7363"/>
                    <a:pt x="3420" y="8444"/>
                  </a:cubicBezTo>
                  <a:cubicBezTo>
                    <a:pt x="3636" y="9144"/>
                    <a:pt x="4280" y="9268"/>
                    <a:pt x="4521" y="9839"/>
                  </a:cubicBezTo>
                  <a:cubicBezTo>
                    <a:pt x="4730" y="10326"/>
                    <a:pt x="5321" y="10647"/>
                    <a:pt x="5341" y="11228"/>
                  </a:cubicBezTo>
                  <a:cubicBezTo>
                    <a:pt x="5389" y="12679"/>
                    <a:pt x="4431" y="13695"/>
                    <a:pt x="3014" y="13695"/>
                  </a:cubicBezTo>
                  <a:cubicBezTo>
                    <a:pt x="2972" y="13695"/>
                    <a:pt x="2930" y="13694"/>
                    <a:pt x="2888" y="13692"/>
                  </a:cubicBezTo>
                  <a:cubicBezTo>
                    <a:pt x="2838" y="13690"/>
                    <a:pt x="2790" y="13689"/>
                    <a:pt x="2742" y="13689"/>
                  </a:cubicBezTo>
                  <a:cubicBezTo>
                    <a:pt x="1372" y="13689"/>
                    <a:pt x="515" y="14541"/>
                    <a:pt x="363" y="15975"/>
                  </a:cubicBezTo>
                  <a:cubicBezTo>
                    <a:pt x="291" y="16659"/>
                    <a:pt x="511" y="17320"/>
                    <a:pt x="329" y="18031"/>
                  </a:cubicBezTo>
                  <a:cubicBezTo>
                    <a:pt x="223" y="18440"/>
                    <a:pt x="0" y="19089"/>
                    <a:pt x="377" y="19467"/>
                  </a:cubicBezTo>
                  <a:cubicBezTo>
                    <a:pt x="758" y="19848"/>
                    <a:pt x="1215" y="20282"/>
                    <a:pt x="1766" y="20361"/>
                  </a:cubicBezTo>
                  <a:cubicBezTo>
                    <a:pt x="2465" y="20462"/>
                    <a:pt x="3025" y="20819"/>
                    <a:pt x="3599" y="21139"/>
                  </a:cubicBezTo>
                  <a:cubicBezTo>
                    <a:pt x="3894" y="21304"/>
                    <a:pt x="4185" y="21584"/>
                    <a:pt x="4221" y="22007"/>
                  </a:cubicBezTo>
                  <a:cubicBezTo>
                    <a:pt x="4272" y="22597"/>
                    <a:pt x="4464" y="23165"/>
                    <a:pt x="4580" y="23735"/>
                  </a:cubicBezTo>
                  <a:cubicBezTo>
                    <a:pt x="4694" y="24289"/>
                    <a:pt x="5140" y="24551"/>
                    <a:pt x="5311" y="25017"/>
                  </a:cubicBezTo>
                  <a:cubicBezTo>
                    <a:pt x="5668" y="25988"/>
                    <a:pt x="5070" y="26732"/>
                    <a:pt x="4728" y="27522"/>
                  </a:cubicBezTo>
                  <a:cubicBezTo>
                    <a:pt x="4054" y="29087"/>
                    <a:pt x="4011" y="29099"/>
                    <a:pt x="5153" y="30264"/>
                  </a:cubicBezTo>
                  <a:cubicBezTo>
                    <a:pt x="5803" y="30927"/>
                    <a:pt x="6495" y="31571"/>
                    <a:pt x="7254" y="32100"/>
                  </a:cubicBezTo>
                  <a:cubicBezTo>
                    <a:pt x="7452" y="32239"/>
                    <a:pt x="7734" y="32386"/>
                    <a:pt x="8020" y="32386"/>
                  </a:cubicBezTo>
                  <a:cubicBezTo>
                    <a:pt x="8207" y="32386"/>
                    <a:pt x="8396" y="32323"/>
                    <a:pt x="8566" y="32156"/>
                  </a:cubicBezTo>
                  <a:cubicBezTo>
                    <a:pt x="8959" y="31766"/>
                    <a:pt x="9470" y="31644"/>
                    <a:pt x="9933" y="31405"/>
                  </a:cubicBezTo>
                  <a:cubicBezTo>
                    <a:pt x="10510" y="31107"/>
                    <a:pt x="11061" y="30830"/>
                    <a:pt x="11627" y="30830"/>
                  </a:cubicBezTo>
                  <a:cubicBezTo>
                    <a:pt x="12004" y="30830"/>
                    <a:pt x="12387" y="30952"/>
                    <a:pt x="12789" y="31272"/>
                  </a:cubicBezTo>
                  <a:cubicBezTo>
                    <a:pt x="12937" y="31389"/>
                    <a:pt x="13212" y="31328"/>
                    <a:pt x="13394" y="31419"/>
                  </a:cubicBezTo>
                  <a:cubicBezTo>
                    <a:pt x="13877" y="31654"/>
                    <a:pt x="14700" y="31640"/>
                    <a:pt x="14808" y="32080"/>
                  </a:cubicBezTo>
                  <a:cubicBezTo>
                    <a:pt x="15036" y="32991"/>
                    <a:pt x="15328" y="33890"/>
                    <a:pt x="15645" y="34754"/>
                  </a:cubicBezTo>
                  <a:cubicBezTo>
                    <a:pt x="15952" y="35590"/>
                    <a:pt x="16078" y="35796"/>
                    <a:pt x="16600" y="35796"/>
                  </a:cubicBezTo>
                  <a:cubicBezTo>
                    <a:pt x="16785" y="35796"/>
                    <a:pt x="17021" y="35770"/>
                    <a:pt x="17333" y="35737"/>
                  </a:cubicBezTo>
                  <a:cubicBezTo>
                    <a:pt x="17655" y="35702"/>
                    <a:pt x="17937" y="35511"/>
                    <a:pt x="18218" y="35511"/>
                  </a:cubicBezTo>
                  <a:cubicBezTo>
                    <a:pt x="18240" y="35511"/>
                    <a:pt x="18262" y="35512"/>
                    <a:pt x="18284" y="35515"/>
                  </a:cubicBezTo>
                  <a:cubicBezTo>
                    <a:pt x="18387" y="35526"/>
                    <a:pt x="18490" y="35531"/>
                    <a:pt x="18593" y="35531"/>
                  </a:cubicBezTo>
                  <a:cubicBezTo>
                    <a:pt x="19029" y="35531"/>
                    <a:pt x="19460" y="35447"/>
                    <a:pt x="19896" y="35447"/>
                  </a:cubicBezTo>
                  <a:cubicBezTo>
                    <a:pt x="20057" y="35447"/>
                    <a:pt x="20218" y="35459"/>
                    <a:pt x="20381" y="35490"/>
                  </a:cubicBezTo>
                  <a:cubicBezTo>
                    <a:pt x="20438" y="35501"/>
                    <a:pt x="20492" y="35506"/>
                    <a:pt x="20542" y="35506"/>
                  </a:cubicBezTo>
                  <a:cubicBezTo>
                    <a:pt x="20962" y="35506"/>
                    <a:pt x="21172" y="35147"/>
                    <a:pt x="21236" y="34759"/>
                  </a:cubicBezTo>
                  <a:cubicBezTo>
                    <a:pt x="21379" y="33895"/>
                    <a:pt x="21605" y="33036"/>
                    <a:pt x="21535" y="32148"/>
                  </a:cubicBezTo>
                  <a:cubicBezTo>
                    <a:pt x="21518" y="31930"/>
                    <a:pt x="21516" y="31836"/>
                    <a:pt x="21830" y="31755"/>
                  </a:cubicBezTo>
                  <a:cubicBezTo>
                    <a:pt x="22711" y="31531"/>
                    <a:pt x="23521" y="31070"/>
                    <a:pt x="24371" y="30764"/>
                  </a:cubicBezTo>
                  <a:cubicBezTo>
                    <a:pt x="24794" y="30611"/>
                    <a:pt x="25189" y="30204"/>
                    <a:pt x="25669" y="30204"/>
                  </a:cubicBezTo>
                  <a:cubicBezTo>
                    <a:pt x="25796" y="30204"/>
                    <a:pt x="25929" y="30233"/>
                    <a:pt x="26070" y="30302"/>
                  </a:cubicBezTo>
                  <a:cubicBezTo>
                    <a:pt x="26714" y="30617"/>
                    <a:pt x="27404" y="30863"/>
                    <a:pt x="27919" y="31400"/>
                  </a:cubicBezTo>
                  <a:cubicBezTo>
                    <a:pt x="28120" y="31609"/>
                    <a:pt x="28334" y="31706"/>
                    <a:pt x="28537" y="31706"/>
                  </a:cubicBezTo>
                  <a:cubicBezTo>
                    <a:pt x="28768" y="31706"/>
                    <a:pt x="28985" y="31581"/>
                    <a:pt x="29153" y="31355"/>
                  </a:cubicBezTo>
                  <a:cubicBezTo>
                    <a:pt x="29945" y="30292"/>
                    <a:pt x="31368" y="29933"/>
                    <a:pt x="31892" y="28482"/>
                  </a:cubicBezTo>
                  <a:cubicBezTo>
                    <a:pt x="32287" y="27386"/>
                    <a:pt x="32496" y="27215"/>
                    <a:pt x="31880" y="26142"/>
                  </a:cubicBezTo>
                  <a:cubicBezTo>
                    <a:pt x="31530" y="25534"/>
                    <a:pt x="31181" y="24902"/>
                    <a:pt x="31024" y="24159"/>
                  </a:cubicBezTo>
                  <a:cubicBezTo>
                    <a:pt x="30889" y="23522"/>
                    <a:pt x="31346" y="23188"/>
                    <a:pt x="31405" y="22679"/>
                  </a:cubicBezTo>
                  <a:cubicBezTo>
                    <a:pt x="31561" y="21295"/>
                    <a:pt x="32099" y="20732"/>
                    <a:pt x="33400" y="20422"/>
                  </a:cubicBezTo>
                  <a:cubicBezTo>
                    <a:pt x="33706" y="20349"/>
                    <a:pt x="34053" y="20251"/>
                    <a:pt x="34272" y="20047"/>
                  </a:cubicBezTo>
                  <a:cubicBezTo>
                    <a:pt x="34756" y="19591"/>
                    <a:pt x="35641" y="19360"/>
                    <a:pt x="35223" y="18336"/>
                  </a:cubicBezTo>
                  <a:cubicBezTo>
                    <a:pt x="35024" y="17849"/>
                    <a:pt x="35017" y="17275"/>
                    <a:pt x="34899" y="16754"/>
                  </a:cubicBezTo>
                  <a:cubicBezTo>
                    <a:pt x="34770" y="16191"/>
                    <a:pt x="34608" y="15545"/>
                    <a:pt x="34674" y="14914"/>
                  </a:cubicBezTo>
                  <a:cubicBezTo>
                    <a:pt x="34713" y="14540"/>
                    <a:pt x="34513" y="14301"/>
                    <a:pt x="34187" y="14084"/>
                  </a:cubicBezTo>
                  <a:cubicBezTo>
                    <a:pt x="33322" y="13512"/>
                    <a:pt x="32326" y="13204"/>
                    <a:pt x="31399" y="12787"/>
                  </a:cubicBezTo>
                  <a:cubicBezTo>
                    <a:pt x="30474" y="12370"/>
                    <a:pt x="30698" y="11581"/>
                    <a:pt x="30338" y="11006"/>
                  </a:cubicBezTo>
                  <a:cubicBezTo>
                    <a:pt x="29730" y="10034"/>
                    <a:pt x="30544" y="9701"/>
                    <a:pt x="31037" y="9287"/>
                  </a:cubicBezTo>
                  <a:cubicBezTo>
                    <a:pt x="31919" y="8548"/>
                    <a:pt x="32112" y="7868"/>
                    <a:pt x="31545" y="6902"/>
                  </a:cubicBezTo>
                  <a:cubicBezTo>
                    <a:pt x="31256" y="6409"/>
                    <a:pt x="30954" y="5925"/>
                    <a:pt x="30654" y="5438"/>
                  </a:cubicBezTo>
                  <a:cubicBezTo>
                    <a:pt x="30222" y="4744"/>
                    <a:pt x="29267" y="4212"/>
                    <a:pt x="28590" y="4212"/>
                  </a:cubicBezTo>
                  <a:cubicBezTo>
                    <a:pt x="28476" y="4212"/>
                    <a:pt x="28370" y="4227"/>
                    <a:pt x="28275" y="4259"/>
                  </a:cubicBezTo>
                  <a:cubicBezTo>
                    <a:pt x="27610" y="4483"/>
                    <a:pt x="26967" y="4746"/>
                    <a:pt x="26406" y="5182"/>
                  </a:cubicBezTo>
                  <a:cubicBezTo>
                    <a:pt x="26173" y="5363"/>
                    <a:pt x="25894" y="5500"/>
                    <a:pt x="25626" y="5500"/>
                  </a:cubicBezTo>
                  <a:cubicBezTo>
                    <a:pt x="25485" y="5500"/>
                    <a:pt x="25346" y="5461"/>
                    <a:pt x="25220" y="5370"/>
                  </a:cubicBezTo>
                  <a:cubicBezTo>
                    <a:pt x="24223" y="4654"/>
                    <a:pt x="23089" y="4272"/>
                    <a:pt x="21949" y="3919"/>
                  </a:cubicBezTo>
                  <a:cubicBezTo>
                    <a:pt x="21456" y="3765"/>
                    <a:pt x="21277" y="3458"/>
                    <a:pt x="21345" y="3052"/>
                  </a:cubicBezTo>
                  <a:cubicBezTo>
                    <a:pt x="21415" y="2635"/>
                    <a:pt x="21298" y="2251"/>
                    <a:pt x="21277" y="1856"/>
                  </a:cubicBezTo>
                  <a:cubicBezTo>
                    <a:pt x="21204" y="548"/>
                    <a:pt x="20846" y="51"/>
                    <a:pt x="19993" y="8"/>
                  </a:cubicBezTo>
                  <a:cubicBezTo>
                    <a:pt x="19894" y="3"/>
                    <a:pt x="19795" y="1"/>
                    <a:pt x="196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1248887" y="4639952"/>
              <a:ext cx="79044" cy="163854"/>
            </a:xfrm>
            <a:custGeom>
              <a:rect b="b" l="l" r="r" t="t"/>
              <a:pathLst>
                <a:path extrusionOk="0" h="8155" w="3934">
                  <a:moveTo>
                    <a:pt x="3595" y="0"/>
                  </a:moveTo>
                  <a:cubicBezTo>
                    <a:pt x="3466" y="0"/>
                    <a:pt x="3332" y="102"/>
                    <a:pt x="3224" y="170"/>
                  </a:cubicBezTo>
                  <a:cubicBezTo>
                    <a:pt x="2762" y="461"/>
                    <a:pt x="2477" y="858"/>
                    <a:pt x="2161" y="1340"/>
                  </a:cubicBezTo>
                  <a:cubicBezTo>
                    <a:pt x="1520" y="2315"/>
                    <a:pt x="1559" y="3499"/>
                    <a:pt x="895" y="4409"/>
                  </a:cubicBezTo>
                  <a:cubicBezTo>
                    <a:pt x="349" y="5157"/>
                    <a:pt x="620" y="6161"/>
                    <a:pt x="109" y="6953"/>
                  </a:cubicBezTo>
                  <a:cubicBezTo>
                    <a:pt x="1" y="7119"/>
                    <a:pt x="108" y="7651"/>
                    <a:pt x="195" y="7993"/>
                  </a:cubicBezTo>
                  <a:cubicBezTo>
                    <a:pt x="222" y="8100"/>
                    <a:pt x="304" y="8155"/>
                    <a:pt x="392" y="8155"/>
                  </a:cubicBezTo>
                  <a:cubicBezTo>
                    <a:pt x="479" y="8155"/>
                    <a:pt x="571" y="8102"/>
                    <a:pt x="623" y="7993"/>
                  </a:cubicBezTo>
                  <a:cubicBezTo>
                    <a:pt x="985" y="7237"/>
                    <a:pt x="1653" y="6651"/>
                    <a:pt x="1856" y="5819"/>
                  </a:cubicBezTo>
                  <a:cubicBezTo>
                    <a:pt x="2087" y="4874"/>
                    <a:pt x="2667" y="4081"/>
                    <a:pt x="2942" y="3162"/>
                  </a:cubicBezTo>
                  <a:cubicBezTo>
                    <a:pt x="3199" y="2308"/>
                    <a:pt x="3816" y="1603"/>
                    <a:pt x="3933" y="517"/>
                  </a:cubicBezTo>
                  <a:cubicBezTo>
                    <a:pt x="3925" y="492"/>
                    <a:pt x="3910" y="257"/>
                    <a:pt x="3790" y="105"/>
                  </a:cubicBezTo>
                  <a:cubicBezTo>
                    <a:pt x="3730" y="29"/>
                    <a:pt x="3663" y="0"/>
                    <a:pt x="359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1569585" y="3809162"/>
              <a:ext cx="104943" cy="142074"/>
            </a:xfrm>
            <a:custGeom>
              <a:rect b="b" l="l" r="r" t="t"/>
              <a:pathLst>
                <a:path extrusionOk="0" h="7071" w="5223">
                  <a:moveTo>
                    <a:pt x="4940" y="0"/>
                  </a:moveTo>
                  <a:cubicBezTo>
                    <a:pt x="4884" y="0"/>
                    <a:pt x="4823" y="39"/>
                    <a:pt x="4755" y="73"/>
                  </a:cubicBezTo>
                  <a:cubicBezTo>
                    <a:pt x="4496" y="199"/>
                    <a:pt x="4176" y="247"/>
                    <a:pt x="3974" y="429"/>
                  </a:cubicBezTo>
                  <a:cubicBezTo>
                    <a:pt x="3201" y="1128"/>
                    <a:pt x="2673" y="2030"/>
                    <a:pt x="2082" y="2870"/>
                  </a:cubicBezTo>
                  <a:cubicBezTo>
                    <a:pt x="1396" y="3847"/>
                    <a:pt x="824" y="4902"/>
                    <a:pt x="186" y="5913"/>
                  </a:cubicBezTo>
                  <a:cubicBezTo>
                    <a:pt x="1" y="6204"/>
                    <a:pt x="83" y="6484"/>
                    <a:pt x="159" y="6756"/>
                  </a:cubicBezTo>
                  <a:cubicBezTo>
                    <a:pt x="226" y="6995"/>
                    <a:pt x="432" y="7070"/>
                    <a:pt x="660" y="7070"/>
                  </a:cubicBezTo>
                  <a:cubicBezTo>
                    <a:pt x="687" y="7070"/>
                    <a:pt x="715" y="7069"/>
                    <a:pt x="743" y="7067"/>
                  </a:cubicBezTo>
                  <a:cubicBezTo>
                    <a:pt x="751" y="7067"/>
                    <a:pt x="759" y="7067"/>
                    <a:pt x="766" y="7067"/>
                  </a:cubicBezTo>
                  <a:cubicBezTo>
                    <a:pt x="1128" y="7067"/>
                    <a:pt x="1364" y="6889"/>
                    <a:pt x="1895" y="6293"/>
                  </a:cubicBezTo>
                  <a:cubicBezTo>
                    <a:pt x="2104" y="6058"/>
                    <a:pt x="1989" y="5899"/>
                    <a:pt x="1867" y="5691"/>
                  </a:cubicBezTo>
                  <a:cubicBezTo>
                    <a:pt x="1814" y="5599"/>
                    <a:pt x="1881" y="5439"/>
                    <a:pt x="1894" y="5309"/>
                  </a:cubicBezTo>
                  <a:cubicBezTo>
                    <a:pt x="1939" y="5316"/>
                    <a:pt x="1980" y="5320"/>
                    <a:pt x="2017" y="5320"/>
                  </a:cubicBezTo>
                  <a:cubicBezTo>
                    <a:pt x="2525" y="5320"/>
                    <a:pt x="2391" y="4712"/>
                    <a:pt x="2630" y="4538"/>
                  </a:cubicBezTo>
                  <a:cubicBezTo>
                    <a:pt x="3305" y="4043"/>
                    <a:pt x="2931" y="2782"/>
                    <a:pt x="4055" y="2679"/>
                  </a:cubicBezTo>
                  <a:cubicBezTo>
                    <a:pt x="4173" y="1823"/>
                    <a:pt x="4770" y="1201"/>
                    <a:pt x="5142" y="470"/>
                  </a:cubicBezTo>
                  <a:cubicBezTo>
                    <a:pt x="5223" y="313"/>
                    <a:pt x="5136" y="229"/>
                    <a:pt x="5077" y="114"/>
                  </a:cubicBezTo>
                  <a:cubicBezTo>
                    <a:pt x="5033" y="29"/>
                    <a:pt x="4988" y="0"/>
                    <a:pt x="494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1631960" y="3883172"/>
              <a:ext cx="131666" cy="87021"/>
            </a:xfrm>
            <a:custGeom>
              <a:rect b="b" l="l" r="r" t="t"/>
              <a:pathLst>
                <a:path extrusionOk="0" h="4331" w="6553">
                  <a:moveTo>
                    <a:pt x="6270" y="1"/>
                  </a:moveTo>
                  <a:cubicBezTo>
                    <a:pt x="6232" y="1"/>
                    <a:pt x="6194" y="9"/>
                    <a:pt x="6159" y="26"/>
                  </a:cubicBezTo>
                  <a:cubicBezTo>
                    <a:pt x="5373" y="393"/>
                    <a:pt x="4589" y="765"/>
                    <a:pt x="3825" y="1174"/>
                  </a:cubicBezTo>
                  <a:cubicBezTo>
                    <a:pt x="2763" y="1742"/>
                    <a:pt x="1892" y="2616"/>
                    <a:pt x="767" y="3082"/>
                  </a:cubicBezTo>
                  <a:cubicBezTo>
                    <a:pt x="495" y="3194"/>
                    <a:pt x="235" y="3387"/>
                    <a:pt x="145" y="3641"/>
                  </a:cubicBezTo>
                  <a:cubicBezTo>
                    <a:pt x="0" y="4038"/>
                    <a:pt x="515" y="3910"/>
                    <a:pt x="625" y="4118"/>
                  </a:cubicBezTo>
                  <a:cubicBezTo>
                    <a:pt x="706" y="4272"/>
                    <a:pt x="783" y="4331"/>
                    <a:pt x="863" y="4331"/>
                  </a:cubicBezTo>
                  <a:cubicBezTo>
                    <a:pt x="957" y="4331"/>
                    <a:pt x="1056" y="4250"/>
                    <a:pt x="1170" y="4150"/>
                  </a:cubicBezTo>
                  <a:cubicBezTo>
                    <a:pt x="1598" y="3775"/>
                    <a:pt x="2133" y="3507"/>
                    <a:pt x="2610" y="3264"/>
                  </a:cubicBezTo>
                  <a:cubicBezTo>
                    <a:pt x="4015" y="2550"/>
                    <a:pt x="5098" y="1452"/>
                    <a:pt x="6319" y="523"/>
                  </a:cubicBezTo>
                  <a:cubicBezTo>
                    <a:pt x="6419" y="447"/>
                    <a:pt x="6484" y="329"/>
                    <a:pt x="6552" y="245"/>
                  </a:cubicBezTo>
                  <a:cubicBezTo>
                    <a:pt x="6494" y="71"/>
                    <a:pt x="6380" y="1"/>
                    <a:pt x="627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1353704" y="4669049"/>
              <a:ext cx="33755" cy="128029"/>
            </a:xfrm>
            <a:custGeom>
              <a:rect b="b" l="l" r="r" t="t"/>
              <a:pathLst>
                <a:path extrusionOk="0" h="6372" w="1680">
                  <a:moveTo>
                    <a:pt x="928" y="1"/>
                  </a:moveTo>
                  <a:cubicBezTo>
                    <a:pt x="899" y="1"/>
                    <a:pt x="867" y="2"/>
                    <a:pt x="833" y="5"/>
                  </a:cubicBezTo>
                  <a:cubicBezTo>
                    <a:pt x="351" y="49"/>
                    <a:pt x="375" y="365"/>
                    <a:pt x="285" y="698"/>
                  </a:cubicBezTo>
                  <a:cubicBezTo>
                    <a:pt x="1" y="1735"/>
                    <a:pt x="316" y="2742"/>
                    <a:pt x="379" y="3762"/>
                  </a:cubicBezTo>
                  <a:cubicBezTo>
                    <a:pt x="433" y="4665"/>
                    <a:pt x="501" y="5562"/>
                    <a:pt x="1275" y="6371"/>
                  </a:cubicBezTo>
                  <a:cubicBezTo>
                    <a:pt x="1447" y="5906"/>
                    <a:pt x="1587" y="5494"/>
                    <a:pt x="1593" y="5164"/>
                  </a:cubicBezTo>
                  <a:cubicBezTo>
                    <a:pt x="1623" y="3646"/>
                    <a:pt x="1679" y="2115"/>
                    <a:pt x="1278" y="620"/>
                  </a:cubicBezTo>
                  <a:cubicBezTo>
                    <a:pt x="1208" y="358"/>
                    <a:pt x="1379" y="1"/>
                    <a:pt x="92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1520573" y="3781371"/>
              <a:ext cx="34017" cy="127748"/>
            </a:xfrm>
            <a:custGeom>
              <a:rect b="b" l="l" r="r" t="t"/>
              <a:pathLst>
                <a:path extrusionOk="0" h="6358" w="1693">
                  <a:moveTo>
                    <a:pt x="1369" y="0"/>
                  </a:moveTo>
                  <a:cubicBezTo>
                    <a:pt x="623" y="671"/>
                    <a:pt x="618" y="1556"/>
                    <a:pt x="456" y="2321"/>
                  </a:cubicBezTo>
                  <a:cubicBezTo>
                    <a:pt x="200" y="3530"/>
                    <a:pt x="176" y="4787"/>
                    <a:pt x="28" y="6020"/>
                  </a:cubicBezTo>
                  <a:cubicBezTo>
                    <a:pt x="3" y="6223"/>
                    <a:pt x="1" y="6357"/>
                    <a:pt x="164" y="6357"/>
                  </a:cubicBezTo>
                  <a:cubicBezTo>
                    <a:pt x="194" y="6357"/>
                    <a:pt x="229" y="6353"/>
                    <a:pt x="270" y="6344"/>
                  </a:cubicBezTo>
                  <a:cubicBezTo>
                    <a:pt x="672" y="6255"/>
                    <a:pt x="1130" y="6358"/>
                    <a:pt x="1254" y="5687"/>
                  </a:cubicBezTo>
                  <a:cubicBezTo>
                    <a:pt x="1598" y="3824"/>
                    <a:pt x="1693" y="1971"/>
                    <a:pt x="136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1188562" y="4621144"/>
              <a:ext cx="89914" cy="104039"/>
            </a:xfrm>
            <a:custGeom>
              <a:rect b="b" l="l" r="r" t="t"/>
              <a:pathLst>
                <a:path extrusionOk="0" h="5178" w="4475">
                  <a:moveTo>
                    <a:pt x="3870" y="1"/>
                  </a:moveTo>
                  <a:cubicBezTo>
                    <a:pt x="3600" y="1"/>
                    <a:pt x="3418" y="343"/>
                    <a:pt x="3237" y="498"/>
                  </a:cubicBezTo>
                  <a:cubicBezTo>
                    <a:pt x="2089" y="1479"/>
                    <a:pt x="1318" y="2782"/>
                    <a:pt x="428" y="3978"/>
                  </a:cubicBezTo>
                  <a:cubicBezTo>
                    <a:pt x="204" y="4278"/>
                    <a:pt x="0" y="4690"/>
                    <a:pt x="136" y="5177"/>
                  </a:cubicBezTo>
                  <a:cubicBezTo>
                    <a:pt x="839" y="4812"/>
                    <a:pt x="1310" y="4286"/>
                    <a:pt x="1830" y="3752"/>
                  </a:cubicBezTo>
                  <a:cubicBezTo>
                    <a:pt x="2752" y="2800"/>
                    <a:pt x="3471" y="1705"/>
                    <a:pt x="4319" y="706"/>
                  </a:cubicBezTo>
                  <a:cubicBezTo>
                    <a:pt x="4474" y="523"/>
                    <a:pt x="4421" y="392"/>
                    <a:pt x="4270" y="229"/>
                  </a:cubicBezTo>
                  <a:cubicBezTo>
                    <a:pt x="4116" y="63"/>
                    <a:pt x="3985" y="1"/>
                    <a:pt x="387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1207573" y="4128071"/>
              <a:ext cx="163252" cy="349549"/>
            </a:xfrm>
            <a:custGeom>
              <a:rect b="b" l="l" r="r" t="t"/>
              <a:pathLst>
                <a:path extrusionOk="0" h="17397" w="8125">
                  <a:moveTo>
                    <a:pt x="3387" y="0"/>
                  </a:moveTo>
                  <a:cubicBezTo>
                    <a:pt x="2435" y="252"/>
                    <a:pt x="1895" y="965"/>
                    <a:pt x="1626" y="1707"/>
                  </a:cubicBezTo>
                  <a:cubicBezTo>
                    <a:pt x="1126" y="3088"/>
                    <a:pt x="493" y="4443"/>
                    <a:pt x="347" y="5949"/>
                  </a:cubicBezTo>
                  <a:cubicBezTo>
                    <a:pt x="316" y="6268"/>
                    <a:pt x="429" y="6574"/>
                    <a:pt x="366" y="6828"/>
                  </a:cubicBezTo>
                  <a:cubicBezTo>
                    <a:pt x="0" y="8297"/>
                    <a:pt x="255" y="9693"/>
                    <a:pt x="745" y="11073"/>
                  </a:cubicBezTo>
                  <a:cubicBezTo>
                    <a:pt x="908" y="11531"/>
                    <a:pt x="1241" y="11955"/>
                    <a:pt x="1290" y="12417"/>
                  </a:cubicBezTo>
                  <a:cubicBezTo>
                    <a:pt x="1394" y="13405"/>
                    <a:pt x="2077" y="14100"/>
                    <a:pt x="2626" y="14718"/>
                  </a:cubicBezTo>
                  <a:cubicBezTo>
                    <a:pt x="3855" y="16101"/>
                    <a:pt x="5275" y="17325"/>
                    <a:pt x="7347" y="17386"/>
                  </a:cubicBezTo>
                  <a:cubicBezTo>
                    <a:pt x="7447" y="17389"/>
                    <a:pt x="7525" y="17396"/>
                    <a:pt x="7591" y="17396"/>
                  </a:cubicBezTo>
                  <a:cubicBezTo>
                    <a:pt x="7727" y="17396"/>
                    <a:pt x="7807" y="17364"/>
                    <a:pt x="7898" y="17193"/>
                  </a:cubicBezTo>
                  <a:cubicBezTo>
                    <a:pt x="8125" y="16771"/>
                    <a:pt x="7786" y="16725"/>
                    <a:pt x="7531" y="16582"/>
                  </a:cubicBezTo>
                  <a:cubicBezTo>
                    <a:pt x="6404" y="15953"/>
                    <a:pt x="5152" y="15522"/>
                    <a:pt x="4253" y="14531"/>
                  </a:cubicBezTo>
                  <a:cubicBezTo>
                    <a:pt x="3687" y="13908"/>
                    <a:pt x="2940" y="13360"/>
                    <a:pt x="2613" y="12627"/>
                  </a:cubicBezTo>
                  <a:cubicBezTo>
                    <a:pt x="2184" y="11660"/>
                    <a:pt x="1787" y="10656"/>
                    <a:pt x="1537" y="9589"/>
                  </a:cubicBezTo>
                  <a:cubicBezTo>
                    <a:pt x="1069" y="7595"/>
                    <a:pt x="1391" y="5702"/>
                    <a:pt x="1931" y="3815"/>
                  </a:cubicBezTo>
                  <a:cubicBezTo>
                    <a:pt x="2262" y="2657"/>
                    <a:pt x="2750" y="1550"/>
                    <a:pt x="3514" y="587"/>
                  </a:cubicBezTo>
                  <a:cubicBezTo>
                    <a:pt x="3718" y="330"/>
                    <a:pt x="3653" y="109"/>
                    <a:pt x="338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1359329" y="4193460"/>
              <a:ext cx="164899" cy="162006"/>
            </a:xfrm>
            <a:custGeom>
              <a:rect b="b" l="l" r="r" t="t"/>
              <a:pathLst>
                <a:path extrusionOk="0" h="8063" w="8207">
                  <a:moveTo>
                    <a:pt x="3609" y="1381"/>
                  </a:moveTo>
                  <a:cubicBezTo>
                    <a:pt x="3612" y="1381"/>
                    <a:pt x="3614" y="1381"/>
                    <a:pt x="3617" y="1381"/>
                  </a:cubicBezTo>
                  <a:cubicBezTo>
                    <a:pt x="5834" y="1401"/>
                    <a:pt x="7035" y="2869"/>
                    <a:pt x="7111" y="4730"/>
                  </a:cubicBezTo>
                  <a:cubicBezTo>
                    <a:pt x="7145" y="5556"/>
                    <a:pt x="4993" y="7186"/>
                    <a:pt x="3916" y="7195"/>
                  </a:cubicBezTo>
                  <a:cubicBezTo>
                    <a:pt x="2748" y="7057"/>
                    <a:pt x="1245" y="6248"/>
                    <a:pt x="1259" y="5095"/>
                  </a:cubicBezTo>
                  <a:cubicBezTo>
                    <a:pt x="1282" y="3173"/>
                    <a:pt x="2500" y="1381"/>
                    <a:pt x="3609" y="1381"/>
                  </a:cubicBezTo>
                  <a:close/>
                  <a:moveTo>
                    <a:pt x="3452" y="1"/>
                  </a:moveTo>
                  <a:cubicBezTo>
                    <a:pt x="1592" y="1"/>
                    <a:pt x="176" y="2345"/>
                    <a:pt x="100" y="3765"/>
                  </a:cubicBezTo>
                  <a:cubicBezTo>
                    <a:pt x="1" y="5648"/>
                    <a:pt x="682" y="6911"/>
                    <a:pt x="2715" y="7853"/>
                  </a:cubicBezTo>
                  <a:cubicBezTo>
                    <a:pt x="3044" y="8006"/>
                    <a:pt x="3343" y="8063"/>
                    <a:pt x="3625" y="8063"/>
                  </a:cubicBezTo>
                  <a:cubicBezTo>
                    <a:pt x="4430" y="8063"/>
                    <a:pt x="5090" y="7597"/>
                    <a:pt x="5861" y="7542"/>
                  </a:cubicBezTo>
                  <a:cubicBezTo>
                    <a:pt x="6585" y="7493"/>
                    <a:pt x="6873" y="6727"/>
                    <a:pt x="7298" y="6276"/>
                  </a:cubicBezTo>
                  <a:cubicBezTo>
                    <a:pt x="7993" y="5537"/>
                    <a:pt x="8206" y="4436"/>
                    <a:pt x="7811" y="3524"/>
                  </a:cubicBezTo>
                  <a:cubicBezTo>
                    <a:pt x="7469" y="2734"/>
                    <a:pt x="7158" y="1878"/>
                    <a:pt x="6439" y="1223"/>
                  </a:cubicBezTo>
                  <a:cubicBezTo>
                    <a:pt x="5688" y="541"/>
                    <a:pt x="4954" y="13"/>
                    <a:pt x="3900" y="13"/>
                  </a:cubicBezTo>
                  <a:cubicBezTo>
                    <a:pt x="3843" y="13"/>
                    <a:pt x="3786" y="15"/>
                    <a:pt x="3728" y="18"/>
                  </a:cubicBezTo>
                  <a:cubicBezTo>
                    <a:pt x="3635" y="6"/>
                    <a:pt x="3543" y="1"/>
                    <a:pt x="345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1552544" y="4121500"/>
              <a:ext cx="101608" cy="329798"/>
            </a:xfrm>
            <a:custGeom>
              <a:rect b="b" l="l" r="r" t="t"/>
              <a:pathLst>
                <a:path extrusionOk="0" h="16414" w="5057">
                  <a:moveTo>
                    <a:pt x="1371" y="1"/>
                  </a:moveTo>
                  <a:cubicBezTo>
                    <a:pt x="1406" y="765"/>
                    <a:pt x="2096" y="1001"/>
                    <a:pt x="2373" y="1513"/>
                  </a:cubicBezTo>
                  <a:cubicBezTo>
                    <a:pt x="3100" y="2854"/>
                    <a:pt x="3548" y="4240"/>
                    <a:pt x="3647" y="5806"/>
                  </a:cubicBezTo>
                  <a:cubicBezTo>
                    <a:pt x="3748" y="7385"/>
                    <a:pt x="3615" y="8938"/>
                    <a:pt x="3512" y="10492"/>
                  </a:cubicBezTo>
                  <a:cubicBezTo>
                    <a:pt x="3423" y="11822"/>
                    <a:pt x="2776" y="12982"/>
                    <a:pt x="1868" y="13978"/>
                  </a:cubicBezTo>
                  <a:cubicBezTo>
                    <a:pt x="1592" y="14280"/>
                    <a:pt x="1446" y="14757"/>
                    <a:pt x="1121" y="14939"/>
                  </a:cubicBezTo>
                  <a:cubicBezTo>
                    <a:pt x="497" y="15289"/>
                    <a:pt x="427" y="15968"/>
                    <a:pt x="1" y="16414"/>
                  </a:cubicBezTo>
                  <a:cubicBezTo>
                    <a:pt x="713" y="16330"/>
                    <a:pt x="1152" y="15888"/>
                    <a:pt x="1661" y="15541"/>
                  </a:cubicBezTo>
                  <a:cubicBezTo>
                    <a:pt x="3072" y="14578"/>
                    <a:pt x="3901" y="13278"/>
                    <a:pt x="4321" y="11631"/>
                  </a:cubicBezTo>
                  <a:cubicBezTo>
                    <a:pt x="4654" y="10328"/>
                    <a:pt x="4663" y="8992"/>
                    <a:pt x="4896" y="7681"/>
                  </a:cubicBezTo>
                  <a:cubicBezTo>
                    <a:pt x="5057" y="6777"/>
                    <a:pt x="5027" y="5738"/>
                    <a:pt x="4735" y="4879"/>
                  </a:cubicBezTo>
                  <a:cubicBezTo>
                    <a:pt x="4378" y="3837"/>
                    <a:pt x="4248" y="2701"/>
                    <a:pt x="3636" y="1748"/>
                  </a:cubicBezTo>
                  <a:cubicBezTo>
                    <a:pt x="3101" y="917"/>
                    <a:pt x="2496" y="170"/>
                    <a:pt x="137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1306399" y="4050223"/>
              <a:ext cx="267451" cy="67852"/>
            </a:xfrm>
            <a:custGeom>
              <a:rect b="b" l="l" r="r" t="t"/>
              <a:pathLst>
                <a:path extrusionOk="0" h="3377" w="13311">
                  <a:moveTo>
                    <a:pt x="6464" y="1"/>
                  </a:moveTo>
                  <a:cubicBezTo>
                    <a:pt x="6117" y="1"/>
                    <a:pt x="5773" y="25"/>
                    <a:pt x="5439" y="82"/>
                  </a:cubicBezTo>
                  <a:cubicBezTo>
                    <a:pt x="3865" y="351"/>
                    <a:pt x="2313" y="625"/>
                    <a:pt x="986" y="1781"/>
                  </a:cubicBezTo>
                  <a:cubicBezTo>
                    <a:pt x="435" y="2263"/>
                    <a:pt x="44" y="2596"/>
                    <a:pt x="1" y="3377"/>
                  </a:cubicBezTo>
                  <a:cubicBezTo>
                    <a:pt x="877" y="3136"/>
                    <a:pt x="1452" y="2493"/>
                    <a:pt x="2137" y="2081"/>
                  </a:cubicBezTo>
                  <a:cubicBezTo>
                    <a:pt x="2711" y="1734"/>
                    <a:pt x="3293" y="1544"/>
                    <a:pt x="3885" y="1359"/>
                  </a:cubicBezTo>
                  <a:cubicBezTo>
                    <a:pt x="4541" y="1154"/>
                    <a:pt x="5205" y="1078"/>
                    <a:pt x="5873" y="1078"/>
                  </a:cubicBezTo>
                  <a:cubicBezTo>
                    <a:pt x="6535" y="1078"/>
                    <a:pt x="7202" y="1153"/>
                    <a:pt x="7869" y="1255"/>
                  </a:cubicBezTo>
                  <a:cubicBezTo>
                    <a:pt x="8838" y="1403"/>
                    <a:pt x="9800" y="1490"/>
                    <a:pt x="10691" y="2003"/>
                  </a:cubicBezTo>
                  <a:cubicBezTo>
                    <a:pt x="11104" y="2240"/>
                    <a:pt x="11512" y="2632"/>
                    <a:pt x="12021" y="2632"/>
                  </a:cubicBezTo>
                  <a:cubicBezTo>
                    <a:pt x="12080" y="2632"/>
                    <a:pt x="12140" y="2627"/>
                    <a:pt x="12202" y="2616"/>
                  </a:cubicBezTo>
                  <a:cubicBezTo>
                    <a:pt x="12492" y="2562"/>
                    <a:pt x="12928" y="2658"/>
                    <a:pt x="13070" y="2339"/>
                  </a:cubicBezTo>
                  <a:cubicBezTo>
                    <a:pt x="13311" y="1795"/>
                    <a:pt x="12735" y="1824"/>
                    <a:pt x="12469" y="1639"/>
                  </a:cubicBezTo>
                  <a:cubicBezTo>
                    <a:pt x="11152" y="721"/>
                    <a:pt x="9627" y="377"/>
                    <a:pt x="8089" y="141"/>
                  </a:cubicBezTo>
                  <a:cubicBezTo>
                    <a:pt x="7558" y="59"/>
                    <a:pt x="7007" y="1"/>
                    <a:pt x="646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1436958" y="4471898"/>
              <a:ext cx="63191" cy="28551"/>
            </a:xfrm>
            <a:custGeom>
              <a:rect b="b" l="l" r="r" t="t"/>
              <a:pathLst>
                <a:path extrusionOk="0" h="1421" w="3145">
                  <a:moveTo>
                    <a:pt x="2880" y="0"/>
                  </a:moveTo>
                  <a:cubicBezTo>
                    <a:pt x="2827" y="0"/>
                    <a:pt x="2783" y="8"/>
                    <a:pt x="2783" y="8"/>
                  </a:cubicBezTo>
                  <a:cubicBezTo>
                    <a:pt x="2775" y="8"/>
                    <a:pt x="2766" y="8"/>
                    <a:pt x="2758" y="8"/>
                  </a:cubicBezTo>
                  <a:cubicBezTo>
                    <a:pt x="1843" y="8"/>
                    <a:pt x="1126" y="346"/>
                    <a:pt x="367" y="491"/>
                  </a:cubicBezTo>
                  <a:cubicBezTo>
                    <a:pt x="0" y="561"/>
                    <a:pt x="233" y="946"/>
                    <a:pt x="140" y="1177"/>
                  </a:cubicBezTo>
                  <a:cubicBezTo>
                    <a:pt x="65" y="1360"/>
                    <a:pt x="255" y="1362"/>
                    <a:pt x="383" y="1391"/>
                  </a:cubicBezTo>
                  <a:cubicBezTo>
                    <a:pt x="466" y="1411"/>
                    <a:pt x="559" y="1420"/>
                    <a:pt x="659" y="1420"/>
                  </a:cubicBezTo>
                  <a:cubicBezTo>
                    <a:pt x="1404" y="1420"/>
                    <a:pt x="2540" y="906"/>
                    <a:pt x="2873" y="358"/>
                  </a:cubicBezTo>
                  <a:cubicBezTo>
                    <a:pt x="2936" y="256"/>
                    <a:pt x="3144" y="184"/>
                    <a:pt x="3027" y="46"/>
                  </a:cubicBezTo>
                  <a:cubicBezTo>
                    <a:pt x="2997" y="9"/>
                    <a:pt x="2934" y="0"/>
                    <a:pt x="28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6710862" y="3487159"/>
              <a:ext cx="1883404" cy="1610791"/>
            </a:xfrm>
            <a:custGeom>
              <a:rect b="b" l="l" r="r" t="t"/>
              <a:pathLst>
                <a:path extrusionOk="0" h="25458" w="31317">
                  <a:moveTo>
                    <a:pt x="12653" y="1"/>
                  </a:moveTo>
                  <a:cubicBezTo>
                    <a:pt x="11479" y="1"/>
                    <a:pt x="10307" y="13"/>
                    <a:pt x="9136" y="40"/>
                  </a:cubicBezTo>
                  <a:cubicBezTo>
                    <a:pt x="7632" y="40"/>
                    <a:pt x="6128" y="115"/>
                    <a:pt x="4624" y="152"/>
                  </a:cubicBezTo>
                  <a:cubicBezTo>
                    <a:pt x="4558" y="156"/>
                    <a:pt x="4487" y="158"/>
                    <a:pt x="4413" y="158"/>
                  </a:cubicBezTo>
                  <a:cubicBezTo>
                    <a:pt x="4054" y="158"/>
                    <a:pt x="3608" y="122"/>
                    <a:pt x="3181" y="122"/>
                  </a:cubicBezTo>
                  <a:cubicBezTo>
                    <a:pt x="2792" y="122"/>
                    <a:pt x="2418" y="152"/>
                    <a:pt x="2143" y="265"/>
                  </a:cubicBezTo>
                  <a:cubicBezTo>
                    <a:pt x="188" y="1092"/>
                    <a:pt x="451" y="2107"/>
                    <a:pt x="451" y="3536"/>
                  </a:cubicBezTo>
                  <a:lnTo>
                    <a:pt x="451" y="13310"/>
                  </a:lnTo>
                  <a:lnTo>
                    <a:pt x="451" y="18423"/>
                  </a:lnTo>
                  <a:cubicBezTo>
                    <a:pt x="451" y="19701"/>
                    <a:pt x="0" y="21957"/>
                    <a:pt x="451" y="23198"/>
                  </a:cubicBezTo>
                  <a:cubicBezTo>
                    <a:pt x="1098" y="25034"/>
                    <a:pt x="3264" y="25457"/>
                    <a:pt x="5538" y="25457"/>
                  </a:cubicBezTo>
                  <a:cubicBezTo>
                    <a:pt x="7360" y="25457"/>
                    <a:pt x="9252" y="25186"/>
                    <a:pt x="10489" y="25153"/>
                  </a:cubicBezTo>
                  <a:lnTo>
                    <a:pt x="20000" y="25002"/>
                  </a:lnTo>
                  <a:cubicBezTo>
                    <a:pt x="20568" y="25002"/>
                    <a:pt x="21317" y="25063"/>
                    <a:pt x="22087" y="25063"/>
                  </a:cubicBezTo>
                  <a:cubicBezTo>
                    <a:pt x="23509" y="25063"/>
                    <a:pt x="25003" y="24857"/>
                    <a:pt x="25564" y="23686"/>
                  </a:cubicBezTo>
                  <a:cubicBezTo>
                    <a:pt x="26090" y="22634"/>
                    <a:pt x="25639" y="20190"/>
                    <a:pt x="25790" y="18950"/>
                  </a:cubicBezTo>
                  <a:cubicBezTo>
                    <a:pt x="25677" y="18874"/>
                    <a:pt x="25677" y="18724"/>
                    <a:pt x="25790" y="18611"/>
                  </a:cubicBezTo>
                  <a:cubicBezTo>
                    <a:pt x="26579" y="17521"/>
                    <a:pt x="27444" y="16506"/>
                    <a:pt x="28309" y="15491"/>
                  </a:cubicBezTo>
                  <a:cubicBezTo>
                    <a:pt x="28797" y="14927"/>
                    <a:pt x="29211" y="14363"/>
                    <a:pt x="29699" y="13762"/>
                  </a:cubicBezTo>
                  <a:cubicBezTo>
                    <a:pt x="30113" y="13235"/>
                    <a:pt x="30527" y="12671"/>
                    <a:pt x="30940" y="12145"/>
                  </a:cubicBezTo>
                  <a:cubicBezTo>
                    <a:pt x="31316" y="11844"/>
                    <a:pt x="31316" y="11619"/>
                    <a:pt x="30827" y="11468"/>
                  </a:cubicBezTo>
                  <a:cubicBezTo>
                    <a:pt x="30414" y="10566"/>
                    <a:pt x="28572" y="9589"/>
                    <a:pt x="27895" y="8874"/>
                  </a:cubicBezTo>
                  <a:cubicBezTo>
                    <a:pt x="27106" y="8085"/>
                    <a:pt x="26354" y="7220"/>
                    <a:pt x="25715" y="6280"/>
                  </a:cubicBezTo>
                  <a:cubicBezTo>
                    <a:pt x="25527" y="6205"/>
                    <a:pt x="25451" y="6055"/>
                    <a:pt x="25451" y="5867"/>
                  </a:cubicBezTo>
                  <a:cubicBezTo>
                    <a:pt x="25489" y="3799"/>
                    <a:pt x="26166" y="1017"/>
                    <a:pt x="23572" y="303"/>
                  </a:cubicBezTo>
                  <a:cubicBezTo>
                    <a:pt x="22930" y="125"/>
                    <a:pt x="22204" y="82"/>
                    <a:pt x="21470" y="82"/>
                  </a:cubicBezTo>
                  <a:cubicBezTo>
                    <a:pt x="20783" y="82"/>
                    <a:pt x="20089" y="119"/>
                    <a:pt x="19449" y="119"/>
                  </a:cubicBezTo>
                  <a:cubicBezTo>
                    <a:pt x="19330" y="119"/>
                    <a:pt x="19213" y="118"/>
                    <a:pt x="19098" y="115"/>
                  </a:cubicBezTo>
                  <a:cubicBezTo>
                    <a:pt x="16937" y="42"/>
                    <a:pt x="14792" y="1"/>
                    <a:pt x="12653" y="1"/>
                  </a:cubicBezTo>
                  <a:close/>
                </a:path>
              </a:pathLst>
            </a:custGeom>
            <a:solidFill>
              <a:srgbClr val="FFE9B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7300720" y="3981818"/>
              <a:ext cx="503210" cy="760547"/>
            </a:xfrm>
            <a:custGeom>
              <a:rect b="b" l="l" r="r" t="t"/>
              <a:pathLst>
                <a:path extrusionOk="0" h="37942" w="25104">
                  <a:moveTo>
                    <a:pt x="12374" y="11363"/>
                  </a:moveTo>
                  <a:cubicBezTo>
                    <a:pt x="12484" y="11363"/>
                    <a:pt x="12593" y="11368"/>
                    <a:pt x="12702" y="11380"/>
                  </a:cubicBezTo>
                  <a:cubicBezTo>
                    <a:pt x="12807" y="11391"/>
                    <a:pt x="12914" y="11393"/>
                    <a:pt x="13021" y="11393"/>
                  </a:cubicBezTo>
                  <a:cubicBezTo>
                    <a:pt x="13095" y="11393"/>
                    <a:pt x="13170" y="11392"/>
                    <a:pt x="13244" y="11392"/>
                  </a:cubicBezTo>
                  <a:cubicBezTo>
                    <a:pt x="13602" y="11392"/>
                    <a:pt x="13963" y="11417"/>
                    <a:pt x="14287" y="11707"/>
                  </a:cubicBezTo>
                  <a:cubicBezTo>
                    <a:pt x="14737" y="12108"/>
                    <a:pt x="14539" y="12567"/>
                    <a:pt x="14458" y="12946"/>
                  </a:cubicBezTo>
                  <a:cubicBezTo>
                    <a:pt x="14003" y="15074"/>
                    <a:pt x="13581" y="17209"/>
                    <a:pt x="13522" y="19391"/>
                  </a:cubicBezTo>
                  <a:cubicBezTo>
                    <a:pt x="13478" y="21037"/>
                    <a:pt x="13250" y="22669"/>
                    <a:pt x="13463" y="24340"/>
                  </a:cubicBezTo>
                  <a:cubicBezTo>
                    <a:pt x="13548" y="25016"/>
                    <a:pt x="13771" y="25695"/>
                    <a:pt x="13758" y="26402"/>
                  </a:cubicBezTo>
                  <a:cubicBezTo>
                    <a:pt x="13752" y="26685"/>
                    <a:pt x="13782" y="26752"/>
                    <a:pt x="13494" y="26762"/>
                  </a:cubicBezTo>
                  <a:cubicBezTo>
                    <a:pt x="12881" y="26780"/>
                    <a:pt x="12268" y="26734"/>
                    <a:pt x="11654" y="26871"/>
                  </a:cubicBezTo>
                  <a:cubicBezTo>
                    <a:pt x="11610" y="26880"/>
                    <a:pt x="11547" y="26889"/>
                    <a:pt x="11477" y="26889"/>
                  </a:cubicBezTo>
                  <a:cubicBezTo>
                    <a:pt x="11318" y="26889"/>
                    <a:pt x="11121" y="26842"/>
                    <a:pt x="11033" y="26643"/>
                  </a:cubicBezTo>
                  <a:cubicBezTo>
                    <a:pt x="10921" y="26388"/>
                    <a:pt x="11010" y="26328"/>
                    <a:pt x="11160" y="26328"/>
                  </a:cubicBezTo>
                  <a:cubicBezTo>
                    <a:pt x="11210" y="26328"/>
                    <a:pt x="11267" y="26335"/>
                    <a:pt x="11325" y="26343"/>
                  </a:cubicBezTo>
                  <a:cubicBezTo>
                    <a:pt x="11322" y="26216"/>
                    <a:pt x="11350" y="26076"/>
                    <a:pt x="11310" y="25961"/>
                  </a:cubicBezTo>
                  <a:cubicBezTo>
                    <a:pt x="11193" y="25632"/>
                    <a:pt x="11277" y="25212"/>
                    <a:pt x="11216" y="24995"/>
                  </a:cubicBezTo>
                  <a:cubicBezTo>
                    <a:pt x="10826" y="23571"/>
                    <a:pt x="11434" y="22016"/>
                    <a:pt x="10723" y="20698"/>
                  </a:cubicBezTo>
                  <a:cubicBezTo>
                    <a:pt x="10275" y="19867"/>
                    <a:pt x="10754" y="19024"/>
                    <a:pt x="10408" y="18242"/>
                  </a:cubicBezTo>
                  <a:cubicBezTo>
                    <a:pt x="10103" y="17557"/>
                    <a:pt x="10319" y="16726"/>
                    <a:pt x="9680" y="15904"/>
                  </a:cubicBezTo>
                  <a:lnTo>
                    <a:pt x="9680" y="15904"/>
                  </a:lnTo>
                  <a:lnTo>
                    <a:pt x="10170" y="16176"/>
                  </a:lnTo>
                  <a:cubicBezTo>
                    <a:pt x="9787" y="15728"/>
                    <a:pt x="9628" y="15074"/>
                    <a:pt x="9540" y="14630"/>
                  </a:cubicBezTo>
                  <a:cubicBezTo>
                    <a:pt x="9373" y="13780"/>
                    <a:pt x="9032" y="12805"/>
                    <a:pt x="9454" y="11940"/>
                  </a:cubicBezTo>
                  <a:cubicBezTo>
                    <a:pt x="9626" y="11588"/>
                    <a:pt x="9946" y="11538"/>
                    <a:pt x="10287" y="11538"/>
                  </a:cubicBezTo>
                  <a:cubicBezTo>
                    <a:pt x="10423" y="11538"/>
                    <a:pt x="10563" y="11546"/>
                    <a:pt x="10698" y="11546"/>
                  </a:cubicBezTo>
                  <a:cubicBezTo>
                    <a:pt x="10794" y="11546"/>
                    <a:pt x="10888" y="11542"/>
                    <a:pt x="10977" y="11528"/>
                  </a:cubicBezTo>
                  <a:cubicBezTo>
                    <a:pt x="11438" y="11455"/>
                    <a:pt x="11911" y="11363"/>
                    <a:pt x="12374" y="11363"/>
                  </a:cubicBezTo>
                  <a:close/>
                  <a:moveTo>
                    <a:pt x="11873" y="1316"/>
                  </a:moveTo>
                  <a:cubicBezTo>
                    <a:pt x="13102" y="1316"/>
                    <a:pt x="14303" y="1559"/>
                    <a:pt x="15504" y="1959"/>
                  </a:cubicBezTo>
                  <a:cubicBezTo>
                    <a:pt x="17422" y="2598"/>
                    <a:pt x="19032" y="3745"/>
                    <a:pt x="20309" y="5343"/>
                  </a:cubicBezTo>
                  <a:cubicBezTo>
                    <a:pt x="20790" y="5943"/>
                    <a:pt x="21062" y="6683"/>
                    <a:pt x="21723" y="7181"/>
                  </a:cubicBezTo>
                  <a:cubicBezTo>
                    <a:pt x="21994" y="7385"/>
                    <a:pt x="22126" y="8057"/>
                    <a:pt x="22118" y="8343"/>
                  </a:cubicBezTo>
                  <a:cubicBezTo>
                    <a:pt x="22096" y="9087"/>
                    <a:pt x="22569" y="9591"/>
                    <a:pt x="22758" y="10207"/>
                  </a:cubicBezTo>
                  <a:cubicBezTo>
                    <a:pt x="23055" y="11179"/>
                    <a:pt x="23066" y="12198"/>
                    <a:pt x="23369" y="13136"/>
                  </a:cubicBezTo>
                  <a:cubicBezTo>
                    <a:pt x="23607" y="13875"/>
                    <a:pt x="23476" y="14633"/>
                    <a:pt x="23492" y="15312"/>
                  </a:cubicBezTo>
                  <a:cubicBezTo>
                    <a:pt x="23506" y="15991"/>
                    <a:pt x="23201" y="16896"/>
                    <a:pt x="22759" y="17573"/>
                  </a:cubicBezTo>
                  <a:cubicBezTo>
                    <a:pt x="22460" y="18029"/>
                    <a:pt x="22198" y="18505"/>
                    <a:pt x="21902" y="18959"/>
                  </a:cubicBezTo>
                  <a:cubicBezTo>
                    <a:pt x="21358" y="19796"/>
                    <a:pt x="20802" y="20626"/>
                    <a:pt x="20281" y="21477"/>
                  </a:cubicBezTo>
                  <a:cubicBezTo>
                    <a:pt x="19772" y="22305"/>
                    <a:pt x="19088" y="23073"/>
                    <a:pt x="18878" y="24022"/>
                  </a:cubicBezTo>
                  <a:cubicBezTo>
                    <a:pt x="18702" y="24809"/>
                    <a:pt x="18394" y="25509"/>
                    <a:pt x="18074" y="26227"/>
                  </a:cubicBezTo>
                  <a:cubicBezTo>
                    <a:pt x="17971" y="26457"/>
                    <a:pt x="17920" y="26494"/>
                    <a:pt x="17657" y="26517"/>
                  </a:cubicBezTo>
                  <a:cubicBezTo>
                    <a:pt x="17418" y="26539"/>
                    <a:pt x="17180" y="26546"/>
                    <a:pt x="16940" y="26546"/>
                  </a:cubicBezTo>
                  <a:cubicBezTo>
                    <a:pt x="16595" y="26546"/>
                    <a:pt x="16248" y="26532"/>
                    <a:pt x="15899" y="26532"/>
                  </a:cubicBezTo>
                  <a:cubicBezTo>
                    <a:pt x="15483" y="26532"/>
                    <a:pt x="15063" y="26551"/>
                    <a:pt x="14639" y="26634"/>
                  </a:cubicBezTo>
                  <a:cubicBezTo>
                    <a:pt x="15347" y="25931"/>
                    <a:pt x="14969" y="25072"/>
                    <a:pt x="14832" y="24452"/>
                  </a:cubicBezTo>
                  <a:cubicBezTo>
                    <a:pt x="14656" y="23649"/>
                    <a:pt x="14696" y="22884"/>
                    <a:pt x="14717" y="22112"/>
                  </a:cubicBezTo>
                  <a:cubicBezTo>
                    <a:pt x="14734" y="21438"/>
                    <a:pt x="14899" y="20695"/>
                    <a:pt x="14869" y="20093"/>
                  </a:cubicBezTo>
                  <a:cubicBezTo>
                    <a:pt x="14811" y="18881"/>
                    <a:pt x="15129" y="17742"/>
                    <a:pt x="15166" y="16563"/>
                  </a:cubicBezTo>
                  <a:cubicBezTo>
                    <a:pt x="15208" y="15202"/>
                    <a:pt x="15784" y="13906"/>
                    <a:pt x="15821" y="12531"/>
                  </a:cubicBezTo>
                  <a:cubicBezTo>
                    <a:pt x="16549" y="12119"/>
                    <a:pt x="15787" y="11269"/>
                    <a:pt x="16362" y="10754"/>
                  </a:cubicBezTo>
                  <a:cubicBezTo>
                    <a:pt x="16630" y="10515"/>
                    <a:pt x="16204" y="10392"/>
                    <a:pt x="16003" y="10355"/>
                  </a:cubicBezTo>
                  <a:cubicBezTo>
                    <a:pt x="15546" y="10271"/>
                    <a:pt x="15078" y="10172"/>
                    <a:pt x="14616" y="10172"/>
                  </a:cubicBezTo>
                  <a:cubicBezTo>
                    <a:pt x="14595" y="10172"/>
                    <a:pt x="14575" y="10172"/>
                    <a:pt x="14555" y="10173"/>
                  </a:cubicBezTo>
                  <a:cubicBezTo>
                    <a:pt x="13292" y="10196"/>
                    <a:pt x="12024" y="10117"/>
                    <a:pt x="10770" y="10390"/>
                  </a:cubicBezTo>
                  <a:cubicBezTo>
                    <a:pt x="10536" y="10442"/>
                    <a:pt x="10300" y="10456"/>
                    <a:pt x="10062" y="10456"/>
                  </a:cubicBezTo>
                  <a:cubicBezTo>
                    <a:pt x="9757" y="10456"/>
                    <a:pt x="9450" y="10432"/>
                    <a:pt x="9142" y="10432"/>
                  </a:cubicBezTo>
                  <a:cubicBezTo>
                    <a:pt x="8863" y="10432"/>
                    <a:pt x="8582" y="10452"/>
                    <a:pt x="8303" y="10526"/>
                  </a:cubicBezTo>
                  <a:cubicBezTo>
                    <a:pt x="7646" y="10702"/>
                    <a:pt x="7418" y="10979"/>
                    <a:pt x="7648" y="11633"/>
                  </a:cubicBezTo>
                  <a:cubicBezTo>
                    <a:pt x="8167" y="13105"/>
                    <a:pt x="8444" y="14633"/>
                    <a:pt x="8743" y="16162"/>
                  </a:cubicBezTo>
                  <a:cubicBezTo>
                    <a:pt x="9054" y="17755"/>
                    <a:pt x="9493" y="19324"/>
                    <a:pt x="9698" y="20938"/>
                  </a:cubicBezTo>
                  <a:cubicBezTo>
                    <a:pt x="9922" y="22708"/>
                    <a:pt x="10059" y="24491"/>
                    <a:pt x="10263" y="26265"/>
                  </a:cubicBezTo>
                  <a:cubicBezTo>
                    <a:pt x="10314" y="26701"/>
                    <a:pt x="10140" y="26891"/>
                    <a:pt x="9819" y="26891"/>
                  </a:cubicBezTo>
                  <a:cubicBezTo>
                    <a:pt x="9778" y="26891"/>
                    <a:pt x="9734" y="26888"/>
                    <a:pt x="9687" y="26882"/>
                  </a:cubicBezTo>
                  <a:cubicBezTo>
                    <a:pt x="9461" y="26851"/>
                    <a:pt x="9237" y="26840"/>
                    <a:pt x="9013" y="26840"/>
                  </a:cubicBezTo>
                  <a:cubicBezTo>
                    <a:pt x="8559" y="26840"/>
                    <a:pt x="8107" y="26887"/>
                    <a:pt x="7654" y="26916"/>
                  </a:cubicBezTo>
                  <a:cubicBezTo>
                    <a:pt x="7637" y="26917"/>
                    <a:pt x="7620" y="26917"/>
                    <a:pt x="7604" y="26917"/>
                  </a:cubicBezTo>
                  <a:cubicBezTo>
                    <a:pt x="7320" y="26917"/>
                    <a:pt x="7078" y="26756"/>
                    <a:pt x="7088" y="26475"/>
                  </a:cubicBezTo>
                  <a:cubicBezTo>
                    <a:pt x="7114" y="25772"/>
                    <a:pt x="6827" y="25158"/>
                    <a:pt x="6574" y="24551"/>
                  </a:cubicBezTo>
                  <a:cubicBezTo>
                    <a:pt x="6125" y="23475"/>
                    <a:pt x="5745" y="22344"/>
                    <a:pt x="4894" y="21484"/>
                  </a:cubicBezTo>
                  <a:cubicBezTo>
                    <a:pt x="4748" y="21334"/>
                    <a:pt x="4807" y="21200"/>
                    <a:pt x="4798" y="21025"/>
                  </a:cubicBezTo>
                  <a:cubicBezTo>
                    <a:pt x="4773" y="20528"/>
                    <a:pt x="4333" y="20199"/>
                    <a:pt x="4100" y="19789"/>
                  </a:cubicBezTo>
                  <a:cubicBezTo>
                    <a:pt x="3504" y="18741"/>
                    <a:pt x="3011" y="17626"/>
                    <a:pt x="2545" y="16518"/>
                  </a:cubicBezTo>
                  <a:cubicBezTo>
                    <a:pt x="2223" y="15748"/>
                    <a:pt x="2057" y="14850"/>
                    <a:pt x="1807" y="14046"/>
                  </a:cubicBezTo>
                  <a:cubicBezTo>
                    <a:pt x="1430" y="12831"/>
                    <a:pt x="1273" y="11672"/>
                    <a:pt x="1407" y="10437"/>
                  </a:cubicBezTo>
                  <a:cubicBezTo>
                    <a:pt x="1693" y="7791"/>
                    <a:pt x="2822" y="5517"/>
                    <a:pt x="4849" y="3855"/>
                  </a:cubicBezTo>
                  <a:cubicBezTo>
                    <a:pt x="6100" y="2829"/>
                    <a:pt x="7629" y="2180"/>
                    <a:pt x="9258" y="1698"/>
                  </a:cubicBezTo>
                  <a:cubicBezTo>
                    <a:pt x="10149" y="1434"/>
                    <a:pt x="11018" y="1316"/>
                    <a:pt x="11873" y="1316"/>
                  </a:cubicBezTo>
                  <a:close/>
                  <a:moveTo>
                    <a:pt x="17809" y="27426"/>
                  </a:moveTo>
                  <a:cubicBezTo>
                    <a:pt x="17916" y="27426"/>
                    <a:pt x="17996" y="27527"/>
                    <a:pt x="17968" y="27670"/>
                  </a:cubicBezTo>
                  <a:cubicBezTo>
                    <a:pt x="17954" y="27742"/>
                    <a:pt x="17839" y="27820"/>
                    <a:pt x="17854" y="27869"/>
                  </a:cubicBezTo>
                  <a:cubicBezTo>
                    <a:pt x="17969" y="28250"/>
                    <a:pt x="18022" y="28843"/>
                    <a:pt x="17815" y="28954"/>
                  </a:cubicBezTo>
                  <a:cubicBezTo>
                    <a:pt x="17677" y="29028"/>
                    <a:pt x="17510" y="29050"/>
                    <a:pt x="17332" y="29050"/>
                  </a:cubicBezTo>
                  <a:cubicBezTo>
                    <a:pt x="17073" y="29050"/>
                    <a:pt x="16789" y="29003"/>
                    <a:pt x="16530" y="29003"/>
                  </a:cubicBezTo>
                  <a:cubicBezTo>
                    <a:pt x="16426" y="28997"/>
                    <a:pt x="16322" y="28994"/>
                    <a:pt x="16218" y="28994"/>
                  </a:cubicBezTo>
                  <a:cubicBezTo>
                    <a:pt x="15253" y="28994"/>
                    <a:pt x="14304" y="29240"/>
                    <a:pt x="13340" y="29240"/>
                  </a:cubicBezTo>
                  <a:cubicBezTo>
                    <a:pt x="13206" y="29240"/>
                    <a:pt x="13073" y="29235"/>
                    <a:pt x="12939" y="29224"/>
                  </a:cubicBezTo>
                  <a:cubicBezTo>
                    <a:pt x="11272" y="29094"/>
                    <a:pt x="9605" y="28989"/>
                    <a:pt x="7937" y="28873"/>
                  </a:cubicBezTo>
                  <a:cubicBezTo>
                    <a:pt x="7904" y="28870"/>
                    <a:pt x="7868" y="28870"/>
                    <a:pt x="7833" y="28870"/>
                  </a:cubicBezTo>
                  <a:cubicBezTo>
                    <a:pt x="7814" y="28870"/>
                    <a:pt x="7795" y="28870"/>
                    <a:pt x="7776" y="28870"/>
                  </a:cubicBezTo>
                  <a:cubicBezTo>
                    <a:pt x="7561" y="28870"/>
                    <a:pt x="7350" y="28856"/>
                    <a:pt x="7390" y="28513"/>
                  </a:cubicBezTo>
                  <a:cubicBezTo>
                    <a:pt x="7429" y="28187"/>
                    <a:pt x="7593" y="27961"/>
                    <a:pt x="7956" y="27841"/>
                  </a:cubicBezTo>
                  <a:cubicBezTo>
                    <a:pt x="8175" y="27770"/>
                    <a:pt x="8394" y="27747"/>
                    <a:pt x="8611" y="27747"/>
                  </a:cubicBezTo>
                  <a:cubicBezTo>
                    <a:pt x="8951" y="27747"/>
                    <a:pt x="9289" y="27803"/>
                    <a:pt x="9622" y="27813"/>
                  </a:cubicBezTo>
                  <a:cubicBezTo>
                    <a:pt x="10381" y="27837"/>
                    <a:pt x="11140" y="27859"/>
                    <a:pt x="11898" y="27859"/>
                  </a:cubicBezTo>
                  <a:cubicBezTo>
                    <a:pt x="13007" y="27859"/>
                    <a:pt x="14114" y="27812"/>
                    <a:pt x="15214" y="27655"/>
                  </a:cubicBezTo>
                  <a:cubicBezTo>
                    <a:pt x="15454" y="27620"/>
                    <a:pt x="15696" y="27613"/>
                    <a:pt x="15938" y="27613"/>
                  </a:cubicBezTo>
                  <a:cubicBezTo>
                    <a:pt x="16115" y="27613"/>
                    <a:pt x="16292" y="27617"/>
                    <a:pt x="16469" y="27617"/>
                  </a:cubicBezTo>
                  <a:cubicBezTo>
                    <a:pt x="16898" y="27617"/>
                    <a:pt x="17326" y="27594"/>
                    <a:pt x="17742" y="27438"/>
                  </a:cubicBezTo>
                  <a:cubicBezTo>
                    <a:pt x="17765" y="27430"/>
                    <a:pt x="17787" y="27426"/>
                    <a:pt x="17809" y="27426"/>
                  </a:cubicBezTo>
                  <a:close/>
                  <a:moveTo>
                    <a:pt x="17336" y="29586"/>
                  </a:moveTo>
                  <a:cubicBezTo>
                    <a:pt x="17613" y="29586"/>
                    <a:pt x="17601" y="29747"/>
                    <a:pt x="17587" y="30360"/>
                  </a:cubicBezTo>
                  <a:cubicBezTo>
                    <a:pt x="17584" y="30536"/>
                    <a:pt x="17601" y="30724"/>
                    <a:pt x="17658" y="30887"/>
                  </a:cubicBezTo>
                  <a:cubicBezTo>
                    <a:pt x="17782" y="31233"/>
                    <a:pt x="17667" y="31318"/>
                    <a:pt x="17365" y="31318"/>
                  </a:cubicBezTo>
                  <a:cubicBezTo>
                    <a:pt x="17345" y="31318"/>
                    <a:pt x="17325" y="31317"/>
                    <a:pt x="17304" y="31317"/>
                  </a:cubicBezTo>
                  <a:cubicBezTo>
                    <a:pt x="17223" y="31314"/>
                    <a:pt x="17142" y="31313"/>
                    <a:pt x="17061" y="31313"/>
                  </a:cubicBezTo>
                  <a:cubicBezTo>
                    <a:pt x="16015" y="31313"/>
                    <a:pt x="14967" y="31513"/>
                    <a:pt x="13938" y="31513"/>
                  </a:cubicBezTo>
                  <a:cubicBezTo>
                    <a:pt x="13847" y="31513"/>
                    <a:pt x="13756" y="31511"/>
                    <a:pt x="13665" y="31508"/>
                  </a:cubicBezTo>
                  <a:cubicBezTo>
                    <a:pt x="13506" y="31502"/>
                    <a:pt x="13347" y="31499"/>
                    <a:pt x="13188" y="31499"/>
                  </a:cubicBezTo>
                  <a:cubicBezTo>
                    <a:pt x="12035" y="31499"/>
                    <a:pt x="10890" y="31640"/>
                    <a:pt x="9742" y="31640"/>
                  </a:cubicBezTo>
                  <a:cubicBezTo>
                    <a:pt x="9429" y="31640"/>
                    <a:pt x="9115" y="31630"/>
                    <a:pt x="8801" y="31603"/>
                  </a:cubicBezTo>
                  <a:cubicBezTo>
                    <a:pt x="8130" y="31545"/>
                    <a:pt x="7712" y="31166"/>
                    <a:pt x="7709" y="30615"/>
                  </a:cubicBezTo>
                  <a:cubicBezTo>
                    <a:pt x="7591" y="29970"/>
                    <a:pt x="7874" y="29710"/>
                    <a:pt x="8381" y="29710"/>
                  </a:cubicBezTo>
                  <a:cubicBezTo>
                    <a:pt x="8437" y="29710"/>
                    <a:pt x="8495" y="29713"/>
                    <a:pt x="8556" y="29719"/>
                  </a:cubicBezTo>
                  <a:cubicBezTo>
                    <a:pt x="9918" y="29854"/>
                    <a:pt x="11286" y="29926"/>
                    <a:pt x="12640" y="30052"/>
                  </a:cubicBezTo>
                  <a:cubicBezTo>
                    <a:pt x="12867" y="30073"/>
                    <a:pt x="13092" y="30082"/>
                    <a:pt x="13314" y="30082"/>
                  </a:cubicBezTo>
                  <a:cubicBezTo>
                    <a:pt x="14480" y="30082"/>
                    <a:pt x="15582" y="29825"/>
                    <a:pt x="16712" y="29664"/>
                  </a:cubicBezTo>
                  <a:cubicBezTo>
                    <a:pt x="17006" y="29623"/>
                    <a:pt x="17204" y="29586"/>
                    <a:pt x="17336" y="29586"/>
                  </a:cubicBezTo>
                  <a:close/>
                  <a:moveTo>
                    <a:pt x="17494" y="31925"/>
                  </a:moveTo>
                  <a:cubicBezTo>
                    <a:pt x="17779" y="31925"/>
                    <a:pt x="17592" y="32390"/>
                    <a:pt x="17588" y="32752"/>
                  </a:cubicBezTo>
                  <a:lnTo>
                    <a:pt x="17587" y="32752"/>
                  </a:lnTo>
                  <a:cubicBezTo>
                    <a:pt x="17682" y="33109"/>
                    <a:pt x="17716" y="33659"/>
                    <a:pt x="17419" y="33904"/>
                  </a:cubicBezTo>
                  <a:cubicBezTo>
                    <a:pt x="17350" y="33960"/>
                    <a:pt x="17254" y="33979"/>
                    <a:pt x="17143" y="33979"/>
                  </a:cubicBezTo>
                  <a:cubicBezTo>
                    <a:pt x="16909" y="33979"/>
                    <a:pt x="16606" y="33894"/>
                    <a:pt x="16347" y="33894"/>
                  </a:cubicBezTo>
                  <a:cubicBezTo>
                    <a:pt x="16314" y="33894"/>
                    <a:pt x="16282" y="33896"/>
                    <a:pt x="16250" y="33899"/>
                  </a:cubicBezTo>
                  <a:cubicBezTo>
                    <a:pt x="15691" y="33955"/>
                    <a:pt x="15133" y="33978"/>
                    <a:pt x="14577" y="33978"/>
                  </a:cubicBezTo>
                  <a:cubicBezTo>
                    <a:pt x="12615" y="33978"/>
                    <a:pt x="10671" y="33687"/>
                    <a:pt x="8721" y="33505"/>
                  </a:cubicBezTo>
                  <a:cubicBezTo>
                    <a:pt x="8460" y="33480"/>
                    <a:pt x="8118" y="33555"/>
                    <a:pt x="8147" y="33057"/>
                  </a:cubicBezTo>
                  <a:cubicBezTo>
                    <a:pt x="8171" y="32663"/>
                    <a:pt x="8361" y="32614"/>
                    <a:pt x="8605" y="32614"/>
                  </a:cubicBezTo>
                  <a:cubicBezTo>
                    <a:pt x="8664" y="32614"/>
                    <a:pt x="8727" y="32617"/>
                    <a:pt x="8791" y="32619"/>
                  </a:cubicBezTo>
                  <a:cubicBezTo>
                    <a:pt x="9918" y="32647"/>
                    <a:pt x="11047" y="32692"/>
                    <a:pt x="12174" y="32692"/>
                  </a:cubicBezTo>
                  <a:cubicBezTo>
                    <a:pt x="12354" y="32692"/>
                    <a:pt x="12533" y="32691"/>
                    <a:pt x="12713" y="32689"/>
                  </a:cubicBezTo>
                  <a:cubicBezTo>
                    <a:pt x="13889" y="32671"/>
                    <a:pt x="15062" y="32566"/>
                    <a:pt x="16236" y="32502"/>
                  </a:cubicBezTo>
                  <a:cubicBezTo>
                    <a:pt x="16538" y="32486"/>
                    <a:pt x="16761" y="32251"/>
                    <a:pt x="16986" y="32124"/>
                  </a:cubicBezTo>
                  <a:cubicBezTo>
                    <a:pt x="17233" y="31983"/>
                    <a:pt x="17393" y="31925"/>
                    <a:pt x="17494" y="31925"/>
                  </a:cubicBezTo>
                  <a:close/>
                  <a:moveTo>
                    <a:pt x="11410" y="34923"/>
                  </a:moveTo>
                  <a:cubicBezTo>
                    <a:pt x="11492" y="34923"/>
                    <a:pt x="11570" y="35105"/>
                    <a:pt x="11654" y="35109"/>
                  </a:cubicBezTo>
                  <a:cubicBezTo>
                    <a:pt x="12411" y="35151"/>
                    <a:pt x="13161" y="35376"/>
                    <a:pt x="13927" y="35376"/>
                  </a:cubicBezTo>
                  <a:cubicBezTo>
                    <a:pt x="14242" y="35376"/>
                    <a:pt x="14559" y="35338"/>
                    <a:pt x="14881" y="35234"/>
                  </a:cubicBezTo>
                  <a:lnTo>
                    <a:pt x="14881" y="35234"/>
                  </a:lnTo>
                  <a:cubicBezTo>
                    <a:pt x="14541" y="35472"/>
                    <a:pt x="14500" y="35896"/>
                    <a:pt x="14119" y="36120"/>
                  </a:cubicBezTo>
                  <a:cubicBezTo>
                    <a:pt x="13703" y="36366"/>
                    <a:pt x="13276" y="36490"/>
                    <a:pt x="12864" y="36490"/>
                  </a:cubicBezTo>
                  <a:cubicBezTo>
                    <a:pt x="12260" y="36490"/>
                    <a:pt x="11686" y="36225"/>
                    <a:pt x="11221" y="35694"/>
                  </a:cubicBezTo>
                  <a:cubicBezTo>
                    <a:pt x="10941" y="35374"/>
                    <a:pt x="11230" y="35266"/>
                    <a:pt x="11293" y="35083"/>
                  </a:cubicBezTo>
                  <a:cubicBezTo>
                    <a:pt x="11333" y="34963"/>
                    <a:pt x="11372" y="34923"/>
                    <a:pt x="11410" y="34923"/>
                  </a:cubicBezTo>
                  <a:close/>
                  <a:moveTo>
                    <a:pt x="11219" y="60"/>
                  </a:moveTo>
                  <a:cubicBezTo>
                    <a:pt x="10143" y="60"/>
                    <a:pt x="9112" y="387"/>
                    <a:pt x="8144" y="743"/>
                  </a:cubicBezTo>
                  <a:cubicBezTo>
                    <a:pt x="6865" y="1212"/>
                    <a:pt x="5635" y="1799"/>
                    <a:pt x="4496" y="2681"/>
                  </a:cubicBezTo>
                  <a:cubicBezTo>
                    <a:pt x="3186" y="3695"/>
                    <a:pt x="2136" y="4809"/>
                    <a:pt x="1572" y="6313"/>
                  </a:cubicBezTo>
                  <a:cubicBezTo>
                    <a:pt x="1366" y="6861"/>
                    <a:pt x="943" y="7234"/>
                    <a:pt x="777" y="7822"/>
                  </a:cubicBezTo>
                  <a:cubicBezTo>
                    <a:pt x="540" y="8653"/>
                    <a:pt x="585" y="9502"/>
                    <a:pt x="371" y="10319"/>
                  </a:cubicBezTo>
                  <a:cubicBezTo>
                    <a:pt x="324" y="10495"/>
                    <a:pt x="41" y="10551"/>
                    <a:pt x="126" y="10786"/>
                  </a:cubicBezTo>
                  <a:cubicBezTo>
                    <a:pt x="343" y="11385"/>
                    <a:pt x="288" y="12043"/>
                    <a:pt x="480" y="12626"/>
                  </a:cubicBezTo>
                  <a:cubicBezTo>
                    <a:pt x="646" y="13139"/>
                    <a:pt x="0" y="13715"/>
                    <a:pt x="652" y="14135"/>
                  </a:cubicBezTo>
                  <a:cubicBezTo>
                    <a:pt x="307" y="15409"/>
                    <a:pt x="1831" y="16246"/>
                    <a:pt x="1446" y="17529"/>
                  </a:cubicBezTo>
                  <a:cubicBezTo>
                    <a:pt x="2152" y="17864"/>
                    <a:pt x="2082" y="18683"/>
                    <a:pt x="2332" y="19229"/>
                  </a:cubicBezTo>
                  <a:cubicBezTo>
                    <a:pt x="3090" y="20885"/>
                    <a:pt x="4204" y="22317"/>
                    <a:pt x="5056" y="23907"/>
                  </a:cubicBezTo>
                  <a:cubicBezTo>
                    <a:pt x="5775" y="25245"/>
                    <a:pt x="5641" y="26684"/>
                    <a:pt x="6098" y="28033"/>
                  </a:cubicBezTo>
                  <a:cubicBezTo>
                    <a:pt x="6360" y="28806"/>
                    <a:pt x="6480" y="29730"/>
                    <a:pt x="6436" y="30592"/>
                  </a:cubicBezTo>
                  <a:cubicBezTo>
                    <a:pt x="6392" y="31435"/>
                    <a:pt x="6859" y="32174"/>
                    <a:pt x="6704" y="33064"/>
                  </a:cubicBezTo>
                  <a:cubicBezTo>
                    <a:pt x="6529" y="34065"/>
                    <a:pt x="7463" y="34880"/>
                    <a:pt x="8343" y="34891"/>
                  </a:cubicBezTo>
                  <a:cubicBezTo>
                    <a:pt x="8345" y="34891"/>
                    <a:pt x="8346" y="34891"/>
                    <a:pt x="8348" y="34891"/>
                  </a:cubicBezTo>
                  <a:cubicBezTo>
                    <a:pt x="8591" y="34891"/>
                    <a:pt x="8915" y="34721"/>
                    <a:pt x="9185" y="34721"/>
                  </a:cubicBezTo>
                  <a:cubicBezTo>
                    <a:pt x="9460" y="34721"/>
                    <a:pt x="9679" y="34897"/>
                    <a:pt x="9701" y="35605"/>
                  </a:cubicBezTo>
                  <a:cubicBezTo>
                    <a:pt x="9734" y="36682"/>
                    <a:pt x="11630" y="37743"/>
                    <a:pt x="12732" y="37906"/>
                  </a:cubicBezTo>
                  <a:cubicBezTo>
                    <a:pt x="12892" y="37930"/>
                    <a:pt x="13045" y="37941"/>
                    <a:pt x="13191" y="37941"/>
                  </a:cubicBezTo>
                  <a:cubicBezTo>
                    <a:pt x="14529" y="37941"/>
                    <a:pt x="15282" y="36995"/>
                    <a:pt x="15961" y="36018"/>
                  </a:cubicBezTo>
                  <a:cubicBezTo>
                    <a:pt x="16261" y="35585"/>
                    <a:pt x="16493" y="35370"/>
                    <a:pt x="16986" y="35280"/>
                  </a:cubicBezTo>
                  <a:cubicBezTo>
                    <a:pt x="18301" y="35039"/>
                    <a:pt x="18753" y="34684"/>
                    <a:pt x="18845" y="33518"/>
                  </a:cubicBezTo>
                  <a:cubicBezTo>
                    <a:pt x="18897" y="32881"/>
                    <a:pt x="18864" y="32213"/>
                    <a:pt x="18886" y="31562"/>
                  </a:cubicBezTo>
                  <a:cubicBezTo>
                    <a:pt x="18926" y="30452"/>
                    <a:pt x="19136" y="29325"/>
                    <a:pt x="19133" y="28241"/>
                  </a:cubicBezTo>
                  <a:cubicBezTo>
                    <a:pt x="19131" y="27316"/>
                    <a:pt x="19533" y="26497"/>
                    <a:pt x="19466" y="25569"/>
                  </a:cubicBezTo>
                  <a:cubicBezTo>
                    <a:pt x="19404" y="24732"/>
                    <a:pt x="20231" y="24206"/>
                    <a:pt x="20639" y="23528"/>
                  </a:cubicBezTo>
                  <a:cubicBezTo>
                    <a:pt x="21681" y="21787"/>
                    <a:pt x="22957" y="20202"/>
                    <a:pt x="23837" y="18346"/>
                  </a:cubicBezTo>
                  <a:cubicBezTo>
                    <a:pt x="24589" y="16761"/>
                    <a:pt x="25103" y="15194"/>
                    <a:pt x="24883" y="13438"/>
                  </a:cubicBezTo>
                  <a:cubicBezTo>
                    <a:pt x="24828" y="13009"/>
                    <a:pt x="24579" y="12531"/>
                    <a:pt x="24699" y="12169"/>
                  </a:cubicBezTo>
                  <a:cubicBezTo>
                    <a:pt x="24956" y="11389"/>
                    <a:pt x="24528" y="10753"/>
                    <a:pt x="24282" y="10168"/>
                  </a:cubicBezTo>
                  <a:cubicBezTo>
                    <a:pt x="24183" y="9930"/>
                    <a:pt x="24407" y="9286"/>
                    <a:pt x="23806" y="9258"/>
                  </a:cubicBezTo>
                  <a:cubicBezTo>
                    <a:pt x="24022" y="8359"/>
                    <a:pt x="23391" y="7723"/>
                    <a:pt x="23128" y="6967"/>
                  </a:cubicBezTo>
                  <a:cubicBezTo>
                    <a:pt x="22992" y="6576"/>
                    <a:pt x="22772" y="6251"/>
                    <a:pt x="22579" y="5909"/>
                  </a:cubicBezTo>
                  <a:cubicBezTo>
                    <a:pt x="21997" y="4876"/>
                    <a:pt x="21193" y="3970"/>
                    <a:pt x="20286" y="3270"/>
                  </a:cubicBezTo>
                  <a:cubicBezTo>
                    <a:pt x="19589" y="2731"/>
                    <a:pt x="18831" y="2191"/>
                    <a:pt x="18055" y="1715"/>
                  </a:cubicBezTo>
                  <a:cubicBezTo>
                    <a:pt x="17112" y="1136"/>
                    <a:pt x="16118" y="803"/>
                    <a:pt x="15126" y="431"/>
                  </a:cubicBezTo>
                  <a:cubicBezTo>
                    <a:pt x="13979" y="1"/>
                    <a:pt x="12736" y="251"/>
                    <a:pt x="11548" y="71"/>
                  </a:cubicBezTo>
                  <a:cubicBezTo>
                    <a:pt x="11438" y="64"/>
                    <a:pt x="11328" y="60"/>
                    <a:pt x="11219" y="6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7823014" y="4377743"/>
              <a:ext cx="160861" cy="140255"/>
            </a:xfrm>
            <a:custGeom>
              <a:rect b="b" l="l" r="r" t="t"/>
              <a:pathLst>
                <a:path extrusionOk="0" h="6997" w="8025">
                  <a:moveTo>
                    <a:pt x="616" y="1"/>
                  </a:moveTo>
                  <a:cubicBezTo>
                    <a:pt x="1" y="1"/>
                    <a:pt x="154" y="1119"/>
                    <a:pt x="515" y="1583"/>
                  </a:cubicBezTo>
                  <a:cubicBezTo>
                    <a:pt x="792" y="1939"/>
                    <a:pt x="928" y="2226"/>
                    <a:pt x="1155" y="2590"/>
                  </a:cubicBezTo>
                  <a:cubicBezTo>
                    <a:pt x="1617" y="3335"/>
                    <a:pt x="2692" y="3719"/>
                    <a:pt x="3362" y="4332"/>
                  </a:cubicBezTo>
                  <a:cubicBezTo>
                    <a:pt x="4106" y="5009"/>
                    <a:pt x="4958" y="6082"/>
                    <a:pt x="5884" y="6480"/>
                  </a:cubicBezTo>
                  <a:cubicBezTo>
                    <a:pt x="6225" y="6627"/>
                    <a:pt x="7059" y="6996"/>
                    <a:pt x="7573" y="6996"/>
                  </a:cubicBezTo>
                  <a:cubicBezTo>
                    <a:pt x="7833" y="6996"/>
                    <a:pt x="8010" y="6902"/>
                    <a:pt x="8003" y="6639"/>
                  </a:cubicBezTo>
                  <a:cubicBezTo>
                    <a:pt x="8024" y="6471"/>
                    <a:pt x="7866" y="6273"/>
                    <a:pt x="7737" y="6079"/>
                  </a:cubicBezTo>
                  <a:cubicBezTo>
                    <a:pt x="7113" y="5147"/>
                    <a:pt x="6217" y="4486"/>
                    <a:pt x="5330" y="3848"/>
                  </a:cubicBezTo>
                  <a:cubicBezTo>
                    <a:pt x="4989" y="3604"/>
                    <a:pt x="4988" y="3072"/>
                    <a:pt x="4481" y="3021"/>
                  </a:cubicBezTo>
                  <a:cubicBezTo>
                    <a:pt x="3924" y="2965"/>
                    <a:pt x="3684" y="2431"/>
                    <a:pt x="3292" y="2132"/>
                  </a:cubicBezTo>
                  <a:cubicBezTo>
                    <a:pt x="2587" y="1596"/>
                    <a:pt x="1660" y="311"/>
                    <a:pt x="836" y="40"/>
                  </a:cubicBezTo>
                  <a:cubicBezTo>
                    <a:pt x="754" y="13"/>
                    <a:pt x="680" y="1"/>
                    <a:pt x="61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7855087" y="4328550"/>
              <a:ext cx="198566" cy="75369"/>
            </a:xfrm>
            <a:custGeom>
              <a:rect b="b" l="l" r="r" t="t"/>
              <a:pathLst>
                <a:path extrusionOk="0" h="3760" w="9906">
                  <a:moveTo>
                    <a:pt x="1238" y="1"/>
                  </a:moveTo>
                  <a:cubicBezTo>
                    <a:pt x="874" y="1"/>
                    <a:pt x="0" y="452"/>
                    <a:pt x="74" y="643"/>
                  </a:cubicBezTo>
                  <a:cubicBezTo>
                    <a:pt x="233" y="1052"/>
                    <a:pt x="589" y="1366"/>
                    <a:pt x="1000" y="1511"/>
                  </a:cubicBezTo>
                  <a:cubicBezTo>
                    <a:pt x="2577" y="2072"/>
                    <a:pt x="4121" y="2738"/>
                    <a:pt x="5774" y="3081"/>
                  </a:cubicBezTo>
                  <a:cubicBezTo>
                    <a:pt x="6801" y="3293"/>
                    <a:pt x="7777" y="3759"/>
                    <a:pt x="8849" y="3759"/>
                  </a:cubicBezTo>
                  <a:cubicBezTo>
                    <a:pt x="8980" y="3759"/>
                    <a:pt x="9112" y="3752"/>
                    <a:pt x="9246" y="3737"/>
                  </a:cubicBezTo>
                  <a:cubicBezTo>
                    <a:pt x="9264" y="3738"/>
                    <a:pt x="9281" y="3739"/>
                    <a:pt x="9298" y="3739"/>
                  </a:cubicBezTo>
                  <a:cubicBezTo>
                    <a:pt x="9537" y="3739"/>
                    <a:pt x="9740" y="3627"/>
                    <a:pt x="9906" y="3438"/>
                  </a:cubicBezTo>
                  <a:cubicBezTo>
                    <a:pt x="9682" y="3333"/>
                    <a:pt x="9716" y="2883"/>
                    <a:pt x="9406" y="2883"/>
                  </a:cubicBezTo>
                  <a:cubicBezTo>
                    <a:pt x="9351" y="2883"/>
                    <a:pt x="9284" y="2898"/>
                    <a:pt x="9203" y="2931"/>
                  </a:cubicBezTo>
                  <a:cubicBezTo>
                    <a:pt x="9146" y="2954"/>
                    <a:pt x="9094" y="2965"/>
                    <a:pt x="9045" y="2965"/>
                  </a:cubicBezTo>
                  <a:cubicBezTo>
                    <a:pt x="8806" y="2965"/>
                    <a:pt x="8644" y="2726"/>
                    <a:pt x="8451" y="2611"/>
                  </a:cubicBezTo>
                  <a:cubicBezTo>
                    <a:pt x="7697" y="2167"/>
                    <a:pt x="6880" y="1574"/>
                    <a:pt x="6081" y="1574"/>
                  </a:cubicBezTo>
                  <a:cubicBezTo>
                    <a:pt x="6051" y="1574"/>
                    <a:pt x="6022" y="1575"/>
                    <a:pt x="5992" y="1576"/>
                  </a:cubicBezTo>
                  <a:cubicBezTo>
                    <a:pt x="5956" y="1578"/>
                    <a:pt x="5920" y="1579"/>
                    <a:pt x="5885" y="1579"/>
                  </a:cubicBezTo>
                  <a:cubicBezTo>
                    <a:pt x="4991" y="1579"/>
                    <a:pt x="4354" y="960"/>
                    <a:pt x="3468" y="960"/>
                  </a:cubicBezTo>
                  <a:cubicBezTo>
                    <a:pt x="3438" y="960"/>
                    <a:pt x="3408" y="960"/>
                    <a:pt x="3377" y="962"/>
                  </a:cubicBezTo>
                  <a:cubicBezTo>
                    <a:pt x="3361" y="963"/>
                    <a:pt x="3344" y="963"/>
                    <a:pt x="3328" y="963"/>
                  </a:cubicBezTo>
                  <a:cubicBezTo>
                    <a:pt x="2682" y="963"/>
                    <a:pt x="2005" y="344"/>
                    <a:pt x="1341" y="19"/>
                  </a:cubicBezTo>
                  <a:cubicBezTo>
                    <a:pt x="1315" y="6"/>
                    <a:pt x="1280" y="1"/>
                    <a:pt x="123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7784385" y="4446601"/>
              <a:ext cx="102049" cy="149375"/>
            </a:xfrm>
            <a:custGeom>
              <a:rect b="b" l="l" r="r" t="t"/>
              <a:pathLst>
                <a:path extrusionOk="0" h="7452" w="5091">
                  <a:moveTo>
                    <a:pt x="991" y="1"/>
                  </a:moveTo>
                  <a:cubicBezTo>
                    <a:pt x="521" y="1"/>
                    <a:pt x="1" y="536"/>
                    <a:pt x="195" y="804"/>
                  </a:cubicBezTo>
                  <a:cubicBezTo>
                    <a:pt x="711" y="1515"/>
                    <a:pt x="909" y="2384"/>
                    <a:pt x="1406" y="3098"/>
                  </a:cubicBezTo>
                  <a:cubicBezTo>
                    <a:pt x="1714" y="3540"/>
                    <a:pt x="2148" y="4053"/>
                    <a:pt x="2189" y="4478"/>
                  </a:cubicBezTo>
                  <a:cubicBezTo>
                    <a:pt x="2271" y="5318"/>
                    <a:pt x="3408" y="5391"/>
                    <a:pt x="3267" y="6259"/>
                  </a:cubicBezTo>
                  <a:cubicBezTo>
                    <a:pt x="3269" y="6259"/>
                    <a:pt x="3271" y="6259"/>
                    <a:pt x="3273" y="6259"/>
                  </a:cubicBezTo>
                  <a:cubicBezTo>
                    <a:pt x="3922" y="6259"/>
                    <a:pt x="4015" y="6952"/>
                    <a:pt x="4455" y="7217"/>
                  </a:cubicBezTo>
                  <a:cubicBezTo>
                    <a:pt x="4558" y="7278"/>
                    <a:pt x="4622" y="7452"/>
                    <a:pt x="4737" y="7452"/>
                  </a:cubicBezTo>
                  <a:cubicBezTo>
                    <a:pt x="4778" y="7452"/>
                    <a:pt x="4826" y="7430"/>
                    <a:pt x="4883" y="7373"/>
                  </a:cubicBezTo>
                  <a:cubicBezTo>
                    <a:pt x="5015" y="7242"/>
                    <a:pt x="5090" y="7053"/>
                    <a:pt x="4992" y="6857"/>
                  </a:cubicBezTo>
                  <a:cubicBezTo>
                    <a:pt x="4628" y="6113"/>
                    <a:pt x="4252" y="5377"/>
                    <a:pt x="3898" y="4629"/>
                  </a:cubicBezTo>
                  <a:cubicBezTo>
                    <a:pt x="3645" y="4088"/>
                    <a:pt x="3376" y="3568"/>
                    <a:pt x="3041" y="3059"/>
                  </a:cubicBezTo>
                  <a:cubicBezTo>
                    <a:pt x="2505" y="2243"/>
                    <a:pt x="2141" y="1309"/>
                    <a:pt x="1730" y="415"/>
                  </a:cubicBezTo>
                  <a:cubicBezTo>
                    <a:pt x="1562" y="49"/>
                    <a:pt x="1184" y="174"/>
                    <a:pt x="997" y="1"/>
                  </a:cubicBezTo>
                  <a:cubicBezTo>
                    <a:pt x="995" y="1"/>
                    <a:pt x="993" y="1"/>
                    <a:pt x="9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7243635" y="3874152"/>
              <a:ext cx="134201" cy="127867"/>
            </a:xfrm>
            <a:custGeom>
              <a:rect b="b" l="l" r="r" t="t"/>
              <a:pathLst>
                <a:path extrusionOk="0" h="6379" w="6695">
                  <a:moveTo>
                    <a:pt x="1" y="0"/>
                  </a:moveTo>
                  <a:lnTo>
                    <a:pt x="1" y="0"/>
                  </a:lnTo>
                  <a:cubicBezTo>
                    <a:pt x="150" y="1491"/>
                    <a:pt x="1366" y="2267"/>
                    <a:pt x="2225" y="3269"/>
                  </a:cubicBezTo>
                  <a:cubicBezTo>
                    <a:pt x="2818" y="3959"/>
                    <a:pt x="3487" y="4597"/>
                    <a:pt x="4184" y="5185"/>
                  </a:cubicBezTo>
                  <a:cubicBezTo>
                    <a:pt x="4769" y="5679"/>
                    <a:pt x="5293" y="6379"/>
                    <a:pt x="6110" y="6379"/>
                  </a:cubicBezTo>
                  <a:cubicBezTo>
                    <a:pt x="6289" y="6379"/>
                    <a:pt x="6483" y="6345"/>
                    <a:pt x="6694" y="6268"/>
                  </a:cubicBezTo>
                  <a:cubicBezTo>
                    <a:pt x="6519" y="5303"/>
                    <a:pt x="1247" y="363"/>
                    <a:pt x="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7333982" y="3813132"/>
              <a:ext cx="91505" cy="163808"/>
            </a:xfrm>
            <a:custGeom>
              <a:rect b="b" l="l" r="r" t="t"/>
              <a:pathLst>
                <a:path extrusionOk="0" h="8172" w="4565">
                  <a:moveTo>
                    <a:pt x="465" y="1"/>
                  </a:moveTo>
                  <a:cubicBezTo>
                    <a:pt x="452" y="1"/>
                    <a:pt x="440" y="2"/>
                    <a:pt x="426" y="5"/>
                  </a:cubicBezTo>
                  <a:cubicBezTo>
                    <a:pt x="0" y="97"/>
                    <a:pt x="475" y="462"/>
                    <a:pt x="395" y="708"/>
                  </a:cubicBezTo>
                  <a:cubicBezTo>
                    <a:pt x="386" y="733"/>
                    <a:pt x="387" y="761"/>
                    <a:pt x="359" y="1003"/>
                  </a:cubicBezTo>
                  <a:cubicBezTo>
                    <a:pt x="719" y="1761"/>
                    <a:pt x="884" y="2760"/>
                    <a:pt x="1329" y="3737"/>
                  </a:cubicBezTo>
                  <a:cubicBezTo>
                    <a:pt x="1845" y="4866"/>
                    <a:pt x="2503" y="5941"/>
                    <a:pt x="2922" y="7112"/>
                  </a:cubicBezTo>
                  <a:cubicBezTo>
                    <a:pt x="3090" y="7581"/>
                    <a:pt x="3556" y="7697"/>
                    <a:pt x="3773" y="8094"/>
                  </a:cubicBezTo>
                  <a:cubicBezTo>
                    <a:pt x="3803" y="8150"/>
                    <a:pt x="3844" y="8171"/>
                    <a:pt x="3890" y="8171"/>
                  </a:cubicBezTo>
                  <a:cubicBezTo>
                    <a:pt x="4019" y="8171"/>
                    <a:pt x="4193" y="8007"/>
                    <a:pt x="4328" y="7951"/>
                  </a:cubicBezTo>
                  <a:cubicBezTo>
                    <a:pt x="4564" y="7853"/>
                    <a:pt x="4518" y="7655"/>
                    <a:pt x="4434" y="7481"/>
                  </a:cubicBezTo>
                  <a:cubicBezTo>
                    <a:pt x="3751" y="6041"/>
                    <a:pt x="3069" y="4597"/>
                    <a:pt x="2371" y="3163"/>
                  </a:cubicBezTo>
                  <a:cubicBezTo>
                    <a:pt x="1960" y="2318"/>
                    <a:pt x="1592" y="1456"/>
                    <a:pt x="1038" y="680"/>
                  </a:cubicBezTo>
                  <a:cubicBezTo>
                    <a:pt x="858" y="430"/>
                    <a:pt x="692" y="1"/>
                    <a:pt x="46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7155360" y="4001995"/>
              <a:ext cx="153384" cy="58511"/>
            </a:xfrm>
            <a:custGeom>
              <a:rect b="b" l="l" r="r" t="t"/>
              <a:pathLst>
                <a:path extrusionOk="0" h="2919" w="7652">
                  <a:moveTo>
                    <a:pt x="1158" y="0"/>
                  </a:moveTo>
                  <a:cubicBezTo>
                    <a:pt x="927" y="0"/>
                    <a:pt x="700" y="29"/>
                    <a:pt x="550" y="108"/>
                  </a:cubicBezTo>
                  <a:cubicBezTo>
                    <a:pt x="443" y="164"/>
                    <a:pt x="368" y="220"/>
                    <a:pt x="323" y="274"/>
                  </a:cubicBezTo>
                  <a:cubicBezTo>
                    <a:pt x="1" y="652"/>
                    <a:pt x="1073" y="948"/>
                    <a:pt x="1490" y="1165"/>
                  </a:cubicBezTo>
                  <a:cubicBezTo>
                    <a:pt x="2697" y="1796"/>
                    <a:pt x="3986" y="2272"/>
                    <a:pt x="5257" y="2768"/>
                  </a:cubicBezTo>
                  <a:cubicBezTo>
                    <a:pt x="5498" y="2861"/>
                    <a:pt x="5747" y="2919"/>
                    <a:pt x="5992" y="2919"/>
                  </a:cubicBezTo>
                  <a:cubicBezTo>
                    <a:pt x="6302" y="2919"/>
                    <a:pt x="6606" y="2827"/>
                    <a:pt x="6881" y="2601"/>
                  </a:cubicBezTo>
                  <a:cubicBezTo>
                    <a:pt x="7652" y="1970"/>
                    <a:pt x="6113" y="1349"/>
                    <a:pt x="5565" y="1217"/>
                  </a:cubicBezTo>
                  <a:cubicBezTo>
                    <a:pt x="5068" y="1099"/>
                    <a:pt x="4576" y="1179"/>
                    <a:pt x="4126" y="990"/>
                  </a:cubicBezTo>
                  <a:cubicBezTo>
                    <a:pt x="3807" y="855"/>
                    <a:pt x="3604" y="543"/>
                    <a:pt x="3308" y="543"/>
                  </a:cubicBezTo>
                  <a:cubicBezTo>
                    <a:pt x="3206" y="543"/>
                    <a:pt x="3093" y="580"/>
                    <a:pt x="2961" y="672"/>
                  </a:cubicBezTo>
                  <a:cubicBezTo>
                    <a:pt x="2960" y="674"/>
                    <a:pt x="2957" y="674"/>
                    <a:pt x="2954" y="674"/>
                  </a:cubicBezTo>
                  <a:cubicBezTo>
                    <a:pt x="2851" y="674"/>
                    <a:pt x="1997" y="109"/>
                    <a:pt x="1801" y="66"/>
                  </a:cubicBezTo>
                  <a:cubicBezTo>
                    <a:pt x="1637" y="30"/>
                    <a:pt x="1396" y="0"/>
                    <a:pt x="11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9850886" y="1879307"/>
              <a:ext cx="1883404" cy="1610791"/>
            </a:xfrm>
            <a:custGeom>
              <a:rect b="b" l="l" r="r" t="t"/>
              <a:pathLst>
                <a:path extrusionOk="0" h="25458" w="31317">
                  <a:moveTo>
                    <a:pt x="12653" y="1"/>
                  </a:moveTo>
                  <a:cubicBezTo>
                    <a:pt x="11479" y="1"/>
                    <a:pt x="10307" y="13"/>
                    <a:pt x="9136" y="40"/>
                  </a:cubicBezTo>
                  <a:cubicBezTo>
                    <a:pt x="7632" y="40"/>
                    <a:pt x="6128" y="115"/>
                    <a:pt x="4624" y="152"/>
                  </a:cubicBezTo>
                  <a:cubicBezTo>
                    <a:pt x="4558" y="156"/>
                    <a:pt x="4487" y="158"/>
                    <a:pt x="4413" y="158"/>
                  </a:cubicBezTo>
                  <a:cubicBezTo>
                    <a:pt x="4054" y="158"/>
                    <a:pt x="3608" y="122"/>
                    <a:pt x="3181" y="122"/>
                  </a:cubicBezTo>
                  <a:cubicBezTo>
                    <a:pt x="2792" y="122"/>
                    <a:pt x="2418" y="152"/>
                    <a:pt x="2143" y="265"/>
                  </a:cubicBezTo>
                  <a:cubicBezTo>
                    <a:pt x="188" y="1092"/>
                    <a:pt x="451" y="2107"/>
                    <a:pt x="451" y="3536"/>
                  </a:cubicBezTo>
                  <a:lnTo>
                    <a:pt x="451" y="13310"/>
                  </a:lnTo>
                  <a:lnTo>
                    <a:pt x="451" y="18423"/>
                  </a:lnTo>
                  <a:cubicBezTo>
                    <a:pt x="451" y="19701"/>
                    <a:pt x="0" y="21957"/>
                    <a:pt x="451" y="23198"/>
                  </a:cubicBezTo>
                  <a:cubicBezTo>
                    <a:pt x="1098" y="25034"/>
                    <a:pt x="3264" y="25457"/>
                    <a:pt x="5538" y="25457"/>
                  </a:cubicBezTo>
                  <a:cubicBezTo>
                    <a:pt x="7360" y="25457"/>
                    <a:pt x="9252" y="25186"/>
                    <a:pt x="10489" y="25153"/>
                  </a:cubicBezTo>
                  <a:lnTo>
                    <a:pt x="20000" y="25002"/>
                  </a:lnTo>
                  <a:cubicBezTo>
                    <a:pt x="20568" y="25002"/>
                    <a:pt x="21317" y="25063"/>
                    <a:pt x="22087" y="25063"/>
                  </a:cubicBezTo>
                  <a:cubicBezTo>
                    <a:pt x="23509" y="25063"/>
                    <a:pt x="25003" y="24857"/>
                    <a:pt x="25564" y="23686"/>
                  </a:cubicBezTo>
                  <a:cubicBezTo>
                    <a:pt x="26090" y="22634"/>
                    <a:pt x="25639" y="20190"/>
                    <a:pt x="25790" y="18950"/>
                  </a:cubicBezTo>
                  <a:cubicBezTo>
                    <a:pt x="25677" y="18874"/>
                    <a:pt x="25677" y="18724"/>
                    <a:pt x="25790" y="18611"/>
                  </a:cubicBezTo>
                  <a:cubicBezTo>
                    <a:pt x="26579" y="17521"/>
                    <a:pt x="27444" y="16506"/>
                    <a:pt x="28309" y="15491"/>
                  </a:cubicBezTo>
                  <a:cubicBezTo>
                    <a:pt x="28797" y="14927"/>
                    <a:pt x="29211" y="14363"/>
                    <a:pt x="29699" y="13762"/>
                  </a:cubicBezTo>
                  <a:cubicBezTo>
                    <a:pt x="30113" y="13235"/>
                    <a:pt x="30527" y="12671"/>
                    <a:pt x="30940" y="12145"/>
                  </a:cubicBezTo>
                  <a:cubicBezTo>
                    <a:pt x="31316" y="11844"/>
                    <a:pt x="31316" y="11619"/>
                    <a:pt x="30827" y="11468"/>
                  </a:cubicBezTo>
                  <a:cubicBezTo>
                    <a:pt x="30414" y="10566"/>
                    <a:pt x="28572" y="9589"/>
                    <a:pt x="27895" y="8874"/>
                  </a:cubicBezTo>
                  <a:cubicBezTo>
                    <a:pt x="27106" y="8085"/>
                    <a:pt x="26354" y="7220"/>
                    <a:pt x="25715" y="6280"/>
                  </a:cubicBezTo>
                  <a:cubicBezTo>
                    <a:pt x="25527" y="6205"/>
                    <a:pt x="25451" y="6055"/>
                    <a:pt x="25451" y="5867"/>
                  </a:cubicBezTo>
                  <a:cubicBezTo>
                    <a:pt x="25489" y="3799"/>
                    <a:pt x="26166" y="1017"/>
                    <a:pt x="23572" y="303"/>
                  </a:cubicBezTo>
                  <a:cubicBezTo>
                    <a:pt x="22930" y="125"/>
                    <a:pt x="22204" y="82"/>
                    <a:pt x="21470" y="82"/>
                  </a:cubicBezTo>
                  <a:cubicBezTo>
                    <a:pt x="20783" y="82"/>
                    <a:pt x="20089" y="119"/>
                    <a:pt x="19449" y="119"/>
                  </a:cubicBezTo>
                  <a:cubicBezTo>
                    <a:pt x="19330" y="119"/>
                    <a:pt x="19213" y="118"/>
                    <a:pt x="19098" y="115"/>
                  </a:cubicBezTo>
                  <a:cubicBezTo>
                    <a:pt x="16937" y="42"/>
                    <a:pt x="14792" y="1"/>
                    <a:pt x="12653" y="1"/>
                  </a:cubicBezTo>
                  <a:close/>
                </a:path>
              </a:pathLst>
            </a:custGeom>
            <a:solidFill>
              <a:srgbClr val="FDC6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" name="Google Shape;56;p4"/>
            <p:cNvGrpSpPr/>
            <p:nvPr/>
          </p:nvGrpSpPr>
          <p:grpSpPr>
            <a:xfrm>
              <a:off x="10289220" y="2184760"/>
              <a:ext cx="957006" cy="999941"/>
              <a:chOff x="10289220" y="2184760"/>
              <a:chExt cx="957006" cy="999941"/>
            </a:xfrm>
          </p:grpSpPr>
          <p:sp>
            <p:nvSpPr>
              <p:cNvPr id="57" name="Google Shape;57;p4"/>
              <p:cNvSpPr/>
              <p:nvPr/>
            </p:nvSpPr>
            <p:spPr>
              <a:xfrm>
                <a:off x="10289220" y="2257907"/>
                <a:ext cx="775594" cy="926794"/>
              </a:xfrm>
              <a:custGeom>
                <a:rect b="b" l="l" r="r" t="t"/>
                <a:pathLst>
                  <a:path extrusionOk="0" h="44323" w="37092">
                    <a:moveTo>
                      <a:pt x="29003" y="1596"/>
                    </a:moveTo>
                    <a:cubicBezTo>
                      <a:pt x="29333" y="1596"/>
                      <a:pt x="29415" y="1777"/>
                      <a:pt x="29484" y="1995"/>
                    </a:cubicBezTo>
                    <a:cubicBezTo>
                      <a:pt x="29728" y="2789"/>
                      <a:pt x="29962" y="3589"/>
                      <a:pt x="30242" y="4372"/>
                    </a:cubicBezTo>
                    <a:cubicBezTo>
                      <a:pt x="30615" y="5415"/>
                      <a:pt x="30950" y="6486"/>
                      <a:pt x="31449" y="7469"/>
                    </a:cubicBezTo>
                    <a:cubicBezTo>
                      <a:pt x="31780" y="8124"/>
                      <a:pt x="31922" y="8828"/>
                      <a:pt x="32221" y="9491"/>
                    </a:cubicBezTo>
                    <a:cubicBezTo>
                      <a:pt x="32777" y="10722"/>
                      <a:pt x="33079" y="12064"/>
                      <a:pt x="33551" y="13335"/>
                    </a:cubicBezTo>
                    <a:cubicBezTo>
                      <a:pt x="34034" y="14646"/>
                      <a:pt x="34574" y="15939"/>
                      <a:pt x="35137" y="17218"/>
                    </a:cubicBezTo>
                    <a:cubicBezTo>
                      <a:pt x="35249" y="17471"/>
                      <a:pt x="35214" y="17560"/>
                      <a:pt x="35014" y="17632"/>
                    </a:cubicBezTo>
                    <a:cubicBezTo>
                      <a:pt x="34198" y="17930"/>
                      <a:pt x="33443" y="18367"/>
                      <a:pt x="32617" y="18658"/>
                    </a:cubicBezTo>
                    <a:cubicBezTo>
                      <a:pt x="31780" y="18955"/>
                      <a:pt x="31066" y="19539"/>
                      <a:pt x="30186" y="19786"/>
                    </a:cubicBezTo>
                    <a:cubicBezTo>
                      <a:pt x="29986" y="19842"/>
                      <a:pt x="29826" y="19874"/>
                      <a:pt x="29701" y="19874"/>
                    </a:cubicBezTo>
                    <a:cubicBezTo>
                      <a:pt x="29397" y="19874"/>
                      <a:pt x="29302" y="19683"/>
                      <a:pt x="29360" y="19181"/>
                    </a:cubicBezTo>
                    <a:cubicBezTo>
                      <a:pt x="29439" y="18507"/>
                      <a:pt x="29257" y="17996"/>
                      <a:pt x="28759" y="17541"/>
                    </a:cubicBezTo>
                    <a:cubicBezTo>
                      <a:pt x="28148" y="16983"/>
                      <a:pt x="28475" y="16079"/>
                      <a:pt x="28047" y="15446"/>
                    </a:cubicBezTo>
                    <a:cubicBezTo>
                      <a:pt x="27243" y="14257"/>
                      <a:pt x="27235" y="12756"/>
                      <a:pt x="26465" y="11535"/>
                    </a:cubicBezTo>
                    <a:cubicBezTo>
                      <a:pt x="26020" y="10830"/>
                      <a:pt x="26115" y="9852"/>
                      <a:pt x="25595" y="9152"/>
                    </a:cubicBezTo>
                    <a:cubicBezTo>
                      <a:pt x="25001" y="8349"/>
                      <a:pt x="25052" y="7282"/>
                      <a:pt x="24427" y="6481"/>
                    </a:cubicBezTo>
                    <a:cubicBezTo>
                      <a:pt x="24316" y="6338"/>
                      <a:pt x="24169" y="5870"/>
                      <a:pt x="24239" y="5614"/>
                    </a:cubicBezTo>
                    <a:cubicBezTo>
                      <a:pt x="24358" y="5173"/>
                      <a:pt x="23987" y="4950"/>
                      <a:pt x="23956" y="4628"/>
                    </a:cubicBezTo>
                    <a:cubicBezTo>
                      <a:pt x="23928" y="4323"/>
                      <a:pt x="23290" y="4451"/>
                      <a:pt x="23601" y="4216"/>
                    </a:cubicBezTo>
                    <a:cubicBezTo>
                      <a:pt x="23931" y="3967"/>
                      <a:pt x="24086" y="3466"/>
                      <a:pt x="24539" y="3433"/>
                    </a:cubicBezTo>
                    <a:cubicBezTo>
                      <a:pt x="25164" y="3387"/>
                      <a:pt x="25674" y="3124"/>
                      <a:pt x="26183" y="2796"/>
                    </a:cubicBezTo>
                    <a:cubicBezTo>
                      <a:pt x="26567" y="2547"/>
                      <a:pt x="26978" y="2231"/>
                      <a:pt x="27404" y="2184"/>
                    </a:cubicBezTo>
                    <a:cubicBezTo>
                      <a:pt x="28008" y="2116"/>
                      <a:pt x="28417" y="1635"/>
                      <a:pt x="28860" y="1606"/>
                    </a:cubicBezTo>
                    <a:cubicBezTo>
                      <a:pt x="28912" y="1599"/>
                      <a:pt x="28960" y="1596"/>
                      <a:pt x="29003" y="1596"/>
                    </a:cubicBezTo>
                    <a:close/>
                    <a:moveTo>
                      <a:pt x="23267" y="6575"/>
                    </a:moveTo>
                    <a:cubicBezTo>
                      <a:pt x="23394" y="6575"/>
                      <a:pt x="23444" y="6691"/>
                      <a:pt x="23512" y="6945"/>
                    </a:cubicBezTo>
                    <a:cubicBezTo>
                      <a:pt x="24026" y="8824"/>
                      <a:pt x="24640" y="10666"/>
                      <a:pt x="25422" y="12459"/>
                    </a:cubicBezTo>
                    <a:cubicBezTo>
                      <a:pt x="26004" y="13791"/>
                      <a:pt x="26424" y="15192"/>
                      <a:pt x="26933" y="16557"/>
                    </a:cubicBezTo>
                    <a:cubicBezTo>
                      <a:pt x="27022" y="16798"/>
                      <a:pt x="27053" y="16891"/>
                      <a:pt x="26756" y="17016"/>
                    </a:cubicBezTo>
                    <a:cubicBezTo>
                      <a:pt x="25928" y="17364"/>
                      <a:pt x="25097" y="17683"/>
                      <a:pt x="24242" y="17958"/>
                    </a:cubicBezTo>
                    <a:cubicBezTo>
                      <a:pt x="23176" y="18302"/>
                      <a:pt x="22149" y="18770"/>
                      <a:pt x="21082" y="19106"/>
                    </a:cubicBezTo>
                    <a:cubicBezTo>
                      <a:pt x="20322" y="19346"/>
                      <a:pt x="19659" y="19822"/>
                      <a:pt x="18850" y="19942"/>
                    </a:cubicBezTo>
                    <a:cubicBezTo>
                      <a:pt x="18586" y="19981"/>
                      <a:pt x="18349" y="20219"/>
                      <a:pt x="18103" y="20373"/>
                    </a:cubicBezTo>
                    <a:cubicBezTo>
                      <a:pt x="17881" y="20512"/>
                      <a:pt x="17703" y="20582"/>
                      <a:pt x="17561" y="20582"/>
                    </a:cubicBezTo>
                    <a:cubicBezTo>
                      <a:pt x="17306" y="20582"/>
                      <a:pt x="17166" y="20355"/>
                      <a:pt x="17095" y="19893"/>
                    </a:cubicBezTo>
                    <a:cubicBezTo>
                      <a:pt x="17016" y="19371"/>
                      <a:pt x="16887" y="18870"/>
                      <a:pt x="16476" y="18450"/>
                    </a:cubicBezTo>
                    <a:cubicBezTo>
                      <a:pt x="16219" y="18187"/>
                      <a:pt x="16163" y="17703"/>
                      <a:pt x="15986" y="17414"/>
                    </a:cubicBezTo>
                    <a:cubicBezTo>
                      <a:pt x="15299" y="16298"/>
                      <a:pt x="15148" y="14981"/>
                      <a:pt x="14533" y="13878"/>
                    </a:cubicBezTo>
                    <a:cubicBezTo>
                      <a:pt x="14309" y="13475"/>
                      <a:pt x="14102" y="13102"/>
                      <a:pt x="14105" y="12688"/>
                    </a:cubicBezTo>
                    <a:cubicBezTo>
                      <a:pt x="14107" y="12223"/>
                      <a:pt x="13841" y="11908"/>
                      <a:pt x="13651" y="11532"/>
                    </a:cubicBezTo>
                    <a:lnTo>
                      <a:pt x="13653" y="11532"/>
                    </a:lnTo>
                    <a:cubicBezTo>
                      <a:pt x="14208" y="11243"/>
                      <a:pt x="14826" y="11103"/>
                      <a:pt x="15127" y="10504"/>
                    </a:cubicBezTo>
                    <a:cubicBezTo>
                      <a:pt x="15205" y="10351"/>
                      <a:pt x="15395" y="10358"/>
                      <a:pt x="15551" y="10320"/>
                    </a:cubicBezTo>
                    <a:cubicBezTo>
                      <a:pt x="16151" y="10180"/>
                      <a:pt x="16705" y="9976"/>
                      <a:pt x="17098" y="9443"/>
                    </a:cubicBezTo>
                    <a:cubicBezTo>
                      <a:pt x="17402" y="9032"/>
                      <a:pt x="17946" y="9247"/>
                      <a:pt x="18379" y="9003"/>
                    </a:cubicBezTo>
                    <a:cubicBezTo>
                      <a:pt x="19861" y="8163"/>
                      <a:pt x="21432" y="7481"/>
                      <a:pt x="22946" y="6691"/>
                    </a:cubicBezTo>
                    <a:cubicBezTo>
                      <a:pt x="23093" y="6615"/>
                      <a:pt x="23193" y="6575"/>
                      <a:pt x="23267" y="6575"/>
                    </a:cubicBezTo>
                    <a:close/>
                    <a:moveTo>
                      <a:pt x="12985" y="13686"/>
                    </a:moveTo>
                    <a:cubicBezTo>
                      <a:pt x="13082" y="13686"/>
                      <a:pt x="13212" y="13864"/>
                      <a:pt x="13234" y="13953"/>
                    </a:cubicBezTo>
                    <a:cubicBezTo>
                      <a:pt x="13617" y="15500"/>
                      <a:pt x="14468" y="16863"/>
                      <a:pt x="14973" y="18361"/>
                    </a:cubicBezTo>
                    <a:cubicBezTo>
                      <a:pt x="15129" y="18822"/>
                      <a:pt x="15188" y="19330"/>
                      <a:pt x="15661" y="19581"/>
                    </a:cubicBezTo>
                    <a:cubicBezTo>
                      <a:pt x="15523" y="19776"/>
                      <a:pt x="15608" y="20023"/>
                      <a:pt x="15521" y="20023"/>
                    </a:cubicBezTo>
                    <a:cubicBezTo>
                      <a:pt x="15515" y="20023"/>
                      <a:pt x="15508" y="20022"/>
                      <a:pt x="15501" y="20019"/>
                    </a:cubicBezTo>
                    <a:cubicBezTo>
                      <a:pt x="15455" y="20006"/>
                      <a:pt x="15412" y="19999"/>
                      <a:pt x="15370" y="19999"/>
                    </a:cubicBezTo>
                    <a:cubicBezTo>
                      <a:pt x="15023" y="19999"/>
                      <a:pt x="14782" y="20424"/>
                      <a:pt x="14447" y="20424"/>
                    </a:cubicBezTo>
                    <a:cubicBezTo>
                      <a:pt x="14359" y="20424"/>
                      <a:pt x="14265" y="20396"/>
                      <a:pt x="14161" y="20323"/>
                    </a:cubicBezTo>
                    <a:cubicBezTo>
                      <a:pt x="14114" y="20290"/>
                      <a:pt x="14008" y="20266"/>
                      <a:pt x="13968" y="20266"/>
                    </a:cubicBezTo>
                    <a:cubicBezTo>
                      <a:pt x="13958" y="20266"/>
                      <a:pt x="13952" y="20267"/>
                      <a:pt x="13951" y="20270"/>
                    </a:cubicBezTo>
                    <a:cubicBezTo>
                      <a:pt x="13608" y="20987"/>
                      <a:pt x="12735" y="20503"/>
                      <a:pt x="12302" y="21001"/>
                    </a:cubicBezTo>
                    <a:cubicBezTo>
                      <a:pt x="12191" y="21129"/>
                      <a:pt x="12055" y="21159"/>
                      <a:pt x="11916" y="21159"/>
                    </a:cubicBezTo>
                    <a:cubicBezTo>
                      <a:pt x="11819" y="21159"/>
                      <a:pt x="11720" y="21144"/>
                      <a:pt x="11629" y="21138"/>
                    </a:cubicBezTo>
                    <a:cubicBezTo>
                      <a:pt x="11578" y="21134"/>
                      <a:pt x="11529" y="21133"/>
                      <a:pt x="11482" y="21133"/>
                    </a:cubicBezTo>
                    <a:cubicBezTo>
                      <a:pt x="11141" y="21133"/>
                      <a:pt x="10885" y="21233"/>
                      <a:pt x="10723" y="21608"/>
                    </a:cubicBezTo>
                    <a:cubicBezTo>
                      <a:pt x="10645" y="21792"/>
                      <a:pt x="9333" y="22131"/>
                      <a:pt x="8897" y="22131"/>
                    </a:cubicBezTo>
                    <a:cubicBezTo>
                      <a:pt x="8839" y="22131"/>
                      <a:pt x="8796" y="22125"/>
                      <a:pt x="8774" y="22112"/>
                    </a:cubicBezTo>
                    <a:cubicBezTo>
                      <a:pt x="8693" y="22063"/>
                      <a:pt x="8634" y="21956"/>
                      <a:pt x="8598" y="21863"/>
                    </a:cubicBezTo>
                    <a:cubicBezTo>
                      <a:pt x="8113" y="20593"/>
                      <a:pt x="7659" y="19313"/>
                      <a:pt x="7141" y="18058"/>
                    </a:cubicBezTo>
                    <a:cubicBezTo>
                      <a:pt x="6982" y="17669"/>
                      <a:pt x="7150" y="17599"/>
                      <a:pt x="7373" y="17324"/>
                    </a:cubicBezTo>
                    <a:cubicBezTo>
                      <a:pt x="7836" y="16748"/>
                      <a:pt x="8494" y="16585"/>
                      <a:pt x="9020" y="16205"/>
                    </a:cubicBezTo>
                    <a:cubicBezTo>
                      <a:pt x="9728" y="15695"/>
                      <a:pt x="10554" y="15363"/>
                      <a:pt x="11196" y="14741"/>
                    </a:cubicBezTo>
                    <a:cubicBezTo>
                      <a:pt x="11669" y="14282"/>
                      <a:pt x="12500" y="14369"/>
                      <a:pt x="12918" y="13727"/>
                    </a:cubicBezTo>
                    <a:cubicBezTo>
                      <a:pt x="12937" y="13698"/>
                      <a:pt x="12960" y="13686"/>
                      <a:pt x="12985" y="13686"/>
                    </a:cubicBezTo>
                    <a:close/>
                    <a:moveTo>
                      <a:pt x="20544" y="20421"/>
                    </a:moveTo>
                    <a:cubicBezTo>
                      <a:pt x="20638" y="20421"/>
                      <a:pt x="20712" y="20492"/>
                      <a:pt x="20720" y="20695"/>
                    </a:cubicBezTo>
                    <a:cubicBezTo>
                      <a:pt x="20748" y="21469"/>
                      <a:pt x="20902" y="22233"/>
                      <a:pt x="20673" y="23030"/>
                    </a:cubicBezTo>
                    <a:cubicBezTo>
                      <a:pt x="20511" y="23594"/>
                      <a:pt x="20606" y="24235"/>
                      <a:pt x="20609" y="24840"/>
                    </a:cubicBezTo>
                    <a:cubicBezTo>
                      <a:pt x="20612" y="25260"/>
                      <a:pt x="20510" y="25397"/>
                      <a:pt x="20029" y="25545"/>
                    </a:cubicBezTo>
                    <a:cubicBezTo>
                      <a:pt x="19433" y="25727"/>
                      <a:pt x="18803" y="25629"/>
                      <a:pt x="18198" y="26001"/>
                    </a:cubicBezTo>
                    <a:cubicBezTo>
                      <a:pt x="18034" y="26101"/>
                      <a:pt x="17890" y="26147"/>
                      <a:pt x="17762" y="26147"/>
                    </a:cubicBezTo>
                    <a:cubicBezTo>
                      <a:pt x="16759" y="26147"/>
                      <a:pt x="16795" y="23358"/>
                      <a:pt x="16853" y="22575"/>
                    </a:cubicBezTo>
                    <a:lnTo>
                      <a:pt x="16853" y="22575"/>
                    </a:lnTo>
                    <a:lnTo>
                      <a:pt x="16853" y="22578"/>
                    </a:lnTo>
                    <a:cubicBezTo>
                      <a:pt x="16857" y="22518"/>
                      <a:pt x="16862" y="22471"/>
                      <a:pt x="16867" y="22434"/>
                    </a:cubicBezTo>
                    <a:cubicBezTo>
                      <a:pt x="16871" y="22385"/>
                      <a:pt x="16879" y="22334"/>
                      <a:pt x="16907" y="22292"/>
                    </a:cubicBezTo>
                    <a:cubicBezTo>
                      <a:pt x="16938" y="22245"/>
                      <a:pt x="16993" y="22217"/>
                      <a:pt x="17044" y="22193"/>
                    </a:cubicBezTo>
                    <a:cubicBezTo>
                      <a:pt x="17644" y="21905"/>
                      <a:pt x="18260" y="21637"/>
                      <a:pt x="18850" y="21326"/>
                    </a:cubicBezTo>
                    <a:cubicBezTo>
                      <a:pt x="19057" y="21216"/>
                      <a:pt x="20224" y="20810"/>
                      <a:pt x="20224" y="20589"/>
                    </a:cubicBezTo>
                    <a:cubicBezTo>
                      <a:pt x="20316" y="20503"/>
                      <a:pt x="20442" y="20421"/>
                      <a:pt x="20544" y="20421"/>
                    </a:cubicBezTo>
                    <a:close/>
                    <a:moveTo>
                      <a:pt x="4808" y="16851"/>
                    </a:moveTo>
                    <a:cubicBezTo>
                      <a:pt x="4860" y="16851"/>
                      <a:pt x="4914" y="16877"/>
                      <a:pt x="4910" y="16877"/>
                    </a:cubicBezTo>
                    <a:cubicBezTo>
                      <a:pt x="4910" y="16877"/>
                      <a:pt x="4910" y="16877"/>
                      <a:pt x="4910" y="16877"/>
                    </a:cubicBezTo>
                    <a:lnTo>
                      <a:pt x="4910" y="16879"/>
                    </a:lnTo>
                    <a:cubicBezTo>
                      <a:pt x="5675" y="16893"/>
                      <a:pt x="5777" y="17515"/>
                      <a:pt x="5924" y="17916"/>
                    </a:cubicBezTo>
                    <a:cubicBezTo>
                      <a:pt x="6520" y="19539"/>
                      <a:pt x="7116" y="21158"/>
                      <a:pt x="7762" y="22762"/>
                    </a:cubicBezTo>
                    <a:cubicBezTo>
                      <a:pt x="7944" y="23213"/>
                      <a:pt x="8026" y="23689"/>
                      <a:pt x="8311" y="24126"/>
                    </a:cubicBezTo>
                    <a:cubicBezTo>
                      <a:pt x="8546" y="24486"/>
                      <a:pt x="8340" y="24934"/>
                      <a:pt x="8239" y="25364"/>
                    </a:cubicBezTo>
                    <a:cubicBezTo>
                      <a:pt x="8104" y="25939"/>
                      <a:pt x="7597" y="25809"/>
                      <a:pt x="7402" y="26007"/>
                    </a:cubicBezTo>
                    <a:cubicBezTo>
                      <a:pt x="6903" y="26513"/>
                      <a:pt x="6237" y="26226"/>
                      <a:pt x="5778" y="26583"/>
                    </a:cubicBezTo>
                    <a:cubicBezTo>
                      <a:pt x="5612" y="26711"/>
                      <a:pt x="5461" y="26763"/>
                      <a:pt x="5329" y="26763"/>
                    </a:cubicBezTo>
                    <a:cubicBezTo>
                      <a:pt x="5009" y="26763"/>
                      <a:pt x="4803" y="26457"/>
                      <a:pt x="4775" y="26203"/>
                    </a:cubicBezTo>
                    <a:cubicBezTo>
                      <a:pt x="4706" y="25609"/>
                      <a:pt x="4350" y="25198"/>
                      <a:pt x="4162" y="24694"/>
                    </a:cubicBezTo>
                    <a:cubicBezTo>
                      <a:pt x="3723" y="23521"/>
                      <a:pt x="3043" y="22468"/>
                      <a:pt x="2630" y="21269"/>
                    </a:cubicBezTo>
                    <a:cubicBezTo>
                      <a:pt x="2353" y="20463"/>
                      <a:pt x="1900" y="19673"/>
                      <a:pt x="1594" y="18843"/>
                    </a:cubicBezTo>
                    <a:cubicBezTo>
                      <a:pt x="1505" y="18601"/>
                      <a:pt x="1387" y="18374"/>
                      <a:pt x="1762" y="18212"/>
                    </a:cubicBezTo>
                    <a:cubicBezTo>
                      <a:pt x="2770" y="17779"/>
                      <a:pt x="3760" y="17306"/>
                      <a:pt x="4761" y="16860"/>
                    </a:cubicBezTo>
                    <a:cubicBezTo>
                      <a:pt x="4775" y="16853"/>
                      <a:pt x="4791" y="16851"/>
                      <a:pt x="4808" y="16851"/>
                    </a:cubicBezTo>
                    <a:close/>
                    <a:moveTo>
                      <a:pt x="29413" y="0"/>
                    </a:moveTo>
                    <a:cubicBezTo>
                      <a:pt x="29357" y="0"/>
                      <a:pt x="29296" y="9"/>
                      <a:pt x="29231" y="28"/>
                    </a:cubicBezTo>
                    <a:cubicBezTo>
                      <a:pt x="28448" y="258"/>
                      <a:pt x="27723" y="675"/>
                      <a:pt x="26963" y="983"/>
                    </a:cubicBezTo>
                    <a:cubicBezTo>
                      <a:pt x="26021" y="1365"/>
                      <a:pt x="25194" y="1996"/>
                      <a:pt x="24201" y="2253"/>
                    </a:cubicBezTo>
                    <a:cubicBezTo>
                      <a:pt x="23011" y="2562"/>
                      <a:pt x="22237" y="3765"/>
                      <a:pt x="22708" y="4785"/>
                    </a:cubicBezTo>
                    <a:cubicBezTo>
                      <a:pt x="22985" y="5387"/>
                      <a:pt x="22638" y="5594"/>
                      <a:pt x="22280" y="5737"/>
                    </a:cubicBezTo>
                    <a:cubicBezTo>
                      <a:pt x="21488" y="6052"/>
                      <a:pt x="20734" y="6440"/>
                      <a:pt x="19961" y="6786"/>
                    </a:cubicBezTo>
                    <a:cubicBezTo>
                      <a:pt x="18679" y="7360"/>
                      <a:pt x="17517" y="8159"/>
                      <a:pt x="16199" y="8657"/>
                    </a:cubicBezTo>
                    <a:cubicBezTo>
                      <a:pt x="15412" y="8954"/>
                      <a:pt x="14742" y="9489"/>
                      <a:pt x="14010" y="9900"/>
                    </a:cubicBezTo>
                    <a:cubicBezTo>
                      <a:pt x="13066" y="10432"/>
                      <a:pt x="12116" y="11090"/>
                      <a:pt x="12570" y="12475"/>
                    </a:cubicBezTo>
                    <a:cubicBezTo>
                      <a:pt x="12624" y="12641"/>
                      <a:pt x="12413" y="12780"/>
                      <a:pt x="12284" y="12798"/>
                    </a:cubicBezTo>
                    <a:cubicBezTo>
                      <a:pt x="11542" y="12912"/>
                      <a:pt x="11077" y="13537"/>
                      <a:pt x="10392" y="13772"/>
                    </a:cubicBezTo>
                    <a:cubicBezTo>
                      <a:pt x="9541" y="14065"/>
                      <a:pt x="9102" y="14956"/>
                      <a:pt x="8255" y="15326"/>
                    </a:cubicBezTo>
                    <a:cubicBezTo>
                      <a:pt x="7931" y="15468"/>
                      <a:pt x="7508" y="15553"/>
                      <a:pt x="7259" y="15864"/>
                    </a:cubicBezTo>
                    <a:cubicBezTo>
                      <a:pt x="7091" y="16077"/>
                      <a:pt x="6933" y="16163"/>
                      <a:pt x="6785" y="16163"/>
                    </a:cubicBezTo>
                    <a:cubicBezTo>
                      <a:pt x="6576" y="16163"/>
                      <a:pt x="6385" y="15992"/>
                      <a:pt x="6212" y="15771"/>
                    </a:cubicBezTo>
                    <a:cubicBezTo>
                      <a:pt x="5979" y="15474"/>
                      <a:pt x="5766" y="15092"/>
                      <a:pt x="5402" y="15092"/>
                    </a:cubicBezTo>
                    <a:cubicBezTo>
                      <a:pt x="5331" y="15092"/>
                      <a:pt x="5255" y="15106"/>
                      <a:pt x="5171" y="15138"/>
                    </a:cubicBezTo>
                    <a:cubicBezTo>
                      <a:pt x="4524" y="15385"/>
                      <a:pt x="4134" y="15930"/>
                      <a:pt x="3491" y="16067"/>
                    </a:cubicBezTo>
                    <a:cubicBezTo>
                      <a:pt x="2707" y="16233"/>
                      <a:pt x="2051" y="16715"/>
                      <a:pt x="1271" y="16918"/>
                    </a:cubicBezTo>
                    <a:cubicBezTo>
                      <a:pt x="604" y="17089"/>
                      <a:pt x="1" y="17851"/>
                      <a:pt x="263" y="18482"/>
                    </a:cubicBezTo>
                    <a:cubicBezTo>
                      <a:pt x="536" y="19137"/>
                      <a:pt x="817" y="19785"/>
                      <a:pt x="1021" y="20467"/>
                    </a:cubicBezTo>
                    <a:cubicBezTo>
                      <a:pt x="1446" y="21886"/>
                      <a:pt x="2276" y="23129"/>
                      <a:pt x="2821" y="24501"/>
                    </a:cubicBezTo>
                    <a:cubicBezTo>
                      <a:pt x="3255" y="25596"/>
                      <a:pt x="3896" y="26606"/>
                      <a:pt x="4383" y="27682"/>
                    </a:cubicBezTo>
                    <a:cubicBezTo>
                      <a:pt x="4546" y="28041"/>
                      <a:pt x="4765" y="28213"/>
                      <a:pt x="5033" y="28213"/>
                    </a:cubicBezTo>
                    <a:cubicBezTo>
                      <a:pt x="5142" y="28213"/>
                      <a:pt x="5259" y="28185"/>
                      <a:pt x="5383" y="28130"/>
                    </a:cubicBezTo>
                    <a:cubicBezTo>
                      <a:pt x="6053" y="27833"/>
                      <a:pt x="6813" y="27759"/>
                      <a:pt x="7454" y="27388"/>
                    </a:cubicBezTo>
                    <a:cubicBezTo>
                      <a:pt x="7766" y="27208"/>
                      <a:pt x="7987" y="26933"/>
                      <a:pt x="8276" y="26735"/>
                    </a:cubicBezTo>
                    <a:cubicBezTo>
                      <a:pt x="8693" y="26453"/>
                      <a:pt x="9216" y="26264"/>
                      <a:pt x="9666" y="26038"/>
                    </a:cubicBezTo>
                    <a:cubicBezTo>
                      <a:pt x="9745" y="25999"/>
                      <a:pt x="9824" y="25957"/>
                      <a:pt x="9882" y="25892"/>
                    </a:cubicBezTo>
                    <a:cubicBezTo>
                      <a:pt x="10210" y="25514"/>
                      <a:pt x="9754" y="24397"/>
                      <a:pt x="9588" y="24025"/>
                    </a:cubicBezTo>
                    <a:cubicBezTo>
                      <a:pt x="9451" y="23717"/>
                      <a:pt x="9362" y="23562"/>
                      <a:pt x="9806" y="23300"/>
                    </a:cubicBezTo>
                    <a:cubicBezTo>
                      <a:pt x="10815" y="22701"/>
                      <a:pt x="11913" y="22280"/>
                      <a:pt x="13027" y="21923"/>
                    </a:cubicBezTo>
                    <a:cubicBezTo>
                      <a:pt x="13578" y="21748"/>
                      <a:pt x="14138" y="21561"/>
                      <a:pt x="14700" y="21426"/>
                    </a:cubicBezTo>
                    <a:cubicBezTo>
                      <a:pt x="14778" y="21407"/>
                      <a:pt x="14847" y="21398"/>
                      <a:pt x="14908" y="21398"/>
                    </a:cubicBezTo>
                    <a:cubicBezTo>
                      <a:pt x="15547" y="21398"/>
                      <a:pt x="15295" y="22364"/>
                      <a:pt x="15309" y="22860"/>
                    </a:cubicBezTo>
                    <a:cubicBezTo>
                      <a:pt x="15339" y="24041"/>
                      <a:pt x="15507" y="25223"/>
                      <a:pt x="15740" y="26379"/>
                    </a:cubicBezTo>
                    <a:cubicBezTo>
                      <a:pt x="15845" y="26898"/>
                      <a:pt x="16294" y="27076"/>
                      <a:pt x="16629" y="27115"/>
                    </a:cubicBezTo>
                    <a:cubicBezTo>
                      <a:pt x="16820" y="27138"/>
                      <a:pt x="17031" y="27154"/>
                      <a:pt x="17241" y="27154"/>
                    </a:cubicBezTo>
                    <a:cubicBezTo>
                      <a:pt x="17570" y="27154"/>
                      <a:pt x="17897" y="27114"/>
                      <a:pt x="18144" y="26995"/>
                    </a:cubicBezTo>
                    <a:cubicBezTo>
                      <a:pt x="18364" y="26889"/>
                      <a:pt x="18517" y="26842"/>
                      <a:pt x="18623" y="26842"/>
                    </a:cubicBezTo>
                    <a:cubicBezTo>
                      <a:pt x="18871" y="26842"/>
                      <a:pt x="18850" y="27104"/>
                      <a:pt x="18799" y="27479"/>
                    </a:cubicBezTo>
                    <a:cubicBezTo>
                      <a:pt x="18652" y="28577"/>
                      <a:pt x="19012" y="29754"/>
                      <a:pt x="17929" y="30675"/>
                    </a:cubicBezTo>
                    <a:cubicBezTo>
                      <a:pt x="16919" y="31532"/>
                      <a:pt x="16061" y="32575"/>
                      <a:pt x="15193" y="33584"/>
                    </a:cubicBezTo>
                    <a:cubicBezTo>
                      <a:pt x="14494" y="34396"/>
                      <a:pt x="13631" y="35039"/>
                      <a:pt x="13009" y="35935"/>
                    </a:cubicBezTo>
                    <a:cubicBezTo>
                      <a:pt x="12458" y="36728"/>
                      <a:pt x="11755" y="37439"/>
                      <a:pt x="11089" y="38117"/>
                    </a:cubicBezTo>
                    <a:cubicBezTo>
                      <a:pt x="10440" y="38779"/>
                      <a:pt x="10023" y="39573"/>
                      <a:pt x="9409" y="40230"/>
                    </a:cubicBezTo>
                    <a:cubicBezTo>
                      <a:pt x="9123" y="40536"/>
                      <a:pt x="9354" y="40757"/>
                      <a:pt x="9513" y="40977"/>
                    </a:cubicBezTo>
                    <a:cubicBezTo>
                      <a:pt x="9629" y="41136"/>
                      <a:pt x="9754" y="41214"/>
                      <a:pt x="9933" y="41214"/>
                    </a:cubicBezTo>
                    <a:cubicBezTo>
                      <a:pt x="10009" y="41214"/>
                      <a:pt x="10095" y="41199"/>
                      <a:pt x="10195" y="41171"/>
                    </a:cubicBezTo>
                    <a:cubicBezTo>
                      <a:pt x="10974" y="40949"/>
                      <a:pt x="11325" y="40221"/>
                      <a:pt x="11708" y="39712"/>
                    </a:cubicBezTo>
                    <a:cubicBezTo>
                      <a:pt x="12754" y="38321"/>
                      <a:pt x="14068" y="37193"/>
                      <a:pt x="15162" y="35851"/>
                    </a:cubicBezTo>
                    <a:cubicBezTo>
                      <a:pt x="16079" y="34726"/>
                      <a:pt x="17347" y="33894"/>
                      <a:pt x="18164" y="32648"/>
                    </a:cubicBezTo>
                    <a:cubicBezTo>
                      <a:pt x="18245" y="32523"/>
                      <a:pt x="18346" y="32466"/>
                      <a:pt x="18467" y="32466"/>
                    </a:cubicBezTo>
                    <a:cubicBezTo>
                      <a:pt x="18500" y="32466"/>
                      <a:pt x="18534" y="32470"/>
                      <a:pt x="18570" y="32478"/>
                    </a:cubicBezTo>
                    <a:cubicBezTo>
                      <a:pt x="18774" y="32525"/>
                      <a:pt x="18757" y="32695"/>
                      <a:pt x="18769" y="32858"/>
                    </a:cubicBezTo>
                    <a:cubicBezTo>
                      <a:pt x="18839" y="33871"/>
                      <a:pt x="18749" y="34880"/>
                      <a:pt x="18811" y="35898"/>
                    </a:cubicBezTo>
                    <a:cubicBezTo>
                      <a:pt x="18915" y="37576"/>
                      <a:pt x="19030" y="39256"/>
                      <a:pt x="19055" y="40942"/>
                    </a:cubicBezTo>
                    <a:cubicBezTo>
                      <a:pt x="19068" y="41832"/>
                      <a:pt x="19253" y="42767"/>
                      <a:pt x="19447" y="43668"/>
                    </a:cubicBezTo>
                    <a:cubicBezTo>
                      <a:pt x="19537" y="44083"/>
                      <a:pt x="19807" y="44323"/>
                      <a:pt x="20111" y="44323"/>
                    </a:cubicBezTo>
                    <a:cubicBezTo>
                      <a:pt x="20300" y="44323"/>
                      <a:pt x="20501" y="44231"/>
                      <a:pt x="20681" y="44033"/>
                    </a:cubicBezTo>
                    <a:cubicBezTo>
                      <a:pt x="20959" y="43727"/>
                      <a:pt x="21230" y="43333"/>
                      <a:pt x="21183" y="42846"/>
                    </a:cubicBezTo>
                    <a:cubicBezTo>
                      <a:pt x="21126" y="42234"/>
                      <a:pt x="21085" y="41619"/>
                      <a:pt x="21023" y="41008"/>
                    </a:cubicBezTo>
                    <a:cubicBezTo>
                      <a:pt x="20841" y="39228"/>
                      <a:pt x="20823" y="37441"/>
                      <a:pt x="20726" y="35658"/>
                    </a:cubicBezTo>
                    <a:cubicBezTo>
                      <a:pt x="20672" y="34675"/>
                      <a:pt x="20879" y="33668"/>
                      <a:pt x="20560" y="32698"/>
                    </a:cubicBezTo>
                    <a:cubicBezTo>
                      <a:pt x="20533" y="32618"/>
                      <a:pt x="20605" y="32505"/>
                      <a:pt x="20631" y="32407"/>
                    </a:cubicBezTo>
                    <a:cubicBezTo>
                      <a:pt x="20729" y="32433"/>
                      <a:pt x="20844" y="32436"/>
                      <a:pt x="20919" y="32492"/>
                    </a:cubicBezTo>
                    <a:cubicBezTo>
                      <a:pt x="21523" y="32943"/>
                      <a:pt x="21991" y="33547"/>
                      <a:pt x="22471" y="34101"/>
                    </a:cubicBezTo>
                    <a:cubicBezTo>
                      <a:pt x="23105" y="34830"/>
                      <a:pt x="23742" y="35562"/>
                      <a:pt x="24397" y="36272"/>
                    </a:cubicBezTo>
                    <a:cubicBezTo>
                      <a:pt x="25166" y="37105"/>
                      <a:pt x="26001" y="37878"/>
                      <a:pt x="26815" y="38670"/>
                    </a:cubicBezTo>
                    <a:cubicBezTo>
                      <a:pt x="27442" y="39279"/>
                      <a:pt x="27949" y="40057"/>
                      <a:pt x="28924" y="40183"/>
                    </a:cubicBezTo>
                    <a:cubicBezTo>
                      <a:pt x="28978" y="40190"/>
                      <a:pt x="29033" y="40194"/>
                      <a:pt x="29087" y="40194"/>
                    </a:cubicBezTo>
                    <a:cubicBezTo>
                      <a:pt x="29424" y="40194"/>
                      <a:pt x="29737" y="40055"/>
                      <a:pt x="29644" y="39709"/>
                    </a:cubicBezTo>
                    <a:cubicBezTo>
                      <a:pt x="29512" y="39206"/>
                      <a:pt x="29497" y="38572"/>
                      <a:pt x="28916" y="38267"/>
                    </a:cubicBezTo>
                    <a:cubicBezTo>
                      <a:pt x="28406" y="37999"/>
                      <a:pt x="28086" y="37540"/>
                      <a:pt x="27793" y="37074"/>
                    </a:cubicBezTo>
                    <a:cubicBezTo>
                      <a:pt x="27600" y="36767"/>
                      <a:pt x="27336" y="36524"/>
                      <a:pt x="27062" y="36350"/>
                    </a:cubicBezTo>
                    <a:cubicBezTo>
                      <a:pt x="25933" y="35630"/>
                      <a:pt x="25275" y="34473"/>
                      <a:pt x="24369" y="33550"/>
                    </a:cubicBezTo>
                    <a:cubicBezTo>
                      <a:pt x="23374" y="32536"/>
                      <a:pt x="22364" y="31531"/>
                      <a:pt x="21457" y="30442"/>
                    </a:cubicBezTo>
                    <a:cubicBezTo>
                      <a:pt x="21132" y="30055"/>
                      <a:pt x="20500" y="29912"/>
                      <a:pt x="20500" y="29208"/>
                    </a:cubicBezTo>
                    <a:cubicBezTo>
                      <a:pt x="20500" y="28717"/>
                      <a:pt x="20594" y="28228"/>
                      <a:pt x="20583" y="27737"/>
                    </a:cubicBezTo>
                    <a:cubicBezTo>
                      <a:pt x="20575" y="27468"/>
                      <a:pt x="20483" y="27214"/>
                      <a:pt x="20468" y="26954"/>
                    </a:cubicBezTo>
                    <a:cubicBezTo>
                      <a:pt x="20444" y="26565"/>
                      <a:pt x="20322" y="26712"/>
                      <a:pt x="20653" y="26523"/>
                    </a:cubicBezTo>
                    <a:cubicBezTo>
                      <a:pt x="20894" y="26387"/>
                      <a:pt x="21202" y="26450"/>
                      <a:pt x="21442" y="26265"/>
                    </a:cubicBezTo>
                    <a:cubicBezTo>
                      <a:pt x="22585" y="25388"/>
                      <a:pt x="22121" y="23016"/>
                      <a:pt x="21944" y="21836"/>
                    </a:cubicBezTo>
                    <a:cubicBezTo>
                      <a:pt x="21871" y="21360"/>
                      <a:pt x="22059" y="20929"/>
                      <a:pt x="21949" y="20432"/>
                    </a:cubicBezTo>
                    <a:cubicBezTo>
                      <a:pt x="21855" y="20005"/>
                      <a:pt x="22529" y="20016"/>
                      <a:pt x="22919" y="19856"/>
                    </a:cubicBezTo>
                    <a:cubicBezTo>
                      <a:pt x="23730" y="19522"/>
                      <a:pt x="24551" y="19344"/>
                      <a:pt x="25391" y="19186"/>
                    </a:cubicBezTo>
                    <a:cubicBezTo>
                      <a:pt x="25656" y="19136"/>
                      <a:pt x="25993" y="19136"/>
                      <a:pt x="26118" y="18921"/>
                    </a:cubicBezTo>
                    <a:cubicBezTo>
                      <a:pt x="26429" y="18394"/>
                      <a:pt x="26967" y="18526"/>
                      <a:pt x="27409" y="18391"/>
                    </a:cubicBezTo>
                    <a:cubicBezTo>
                      <a:pt x="27446" y="18379"/>
                      <a:pt x="27496" y="18372"/>
                      <a:pt x="27547" y="18372"/>
                    </a:cubicBezTo>
                    <a:cubicBezTo>
                      <a:pt x="27678" y="18372"/>
                      <a:pt x="27821" y="18417"/>
                      <a:pt x="27793" y="18542"/>
                    </a:cubicBezTo>
                    <a:cubicBezTo>
                      <a:pt x="27647" y="19198"/>
                      <a:pt x="28307" y="19515"/>
                      <a:pt x="28412" y="20096"/>
                    </a:cubicBezTo>
                    <a:cubicBezTo>
                      <a:pt x="28457" y="20349"/>
                      <a:pt x="28625" y="21014"/>
                      <a:pt x="29154" y="21014"/>
                    </a:cubicBezTo>
                    <a:cubicBezTo>
                      <a:pt x="29211" y="21014"/>
                      <a:pt x="29271" y="21007"/>
                      <a:pt x="29336" y="20990"/>
                    </a:cubicBezTo>
                    <a:cubicBezTo>
                      <a:pt x="30427" y="20710"/>
                      <a:pt x="31530" y="20466"/>
                      <a:pt x="32552" y="19935"/>
                    </a:cubicBezTo>
                    <a:cubicBezTo>
                      <a:pt x="33342" y="19526"/>
                      <a:pt x="34254" y="19333"/>
                      <a:pt x="35014" y="18881"/>
                    </a:cubicBezTo>
                    <a:cubicBezTo>
                      <a:pt x="35498" y="18593"/>
                      <a:pt x="36539" y="18705"/>
                      <a:pt x="36246" y="17607"/>
                    </a:cubicBezTo>
                    <a:cubicBezTo>
                      <a:pt x="36253" y="17201"/>
                      <a:pt x="36281" y="16802"/>
                      <a:pt x="35915" y="16446"/>
                    </a:cubicBezTo>
                    <a:cubicBezTo>
                      <a:pt x="35705" y="16242"/>
                      <a:pt x="35758" y="15875"/>
                      <a:pt x="35934" y="15552"/>
                    </a:cubicBezTo>
                    <a:cubicBezTo>
                      <a:pt x="36200" y="15066"/>
                      <a:pt x="36492" y="14561"/>
                      <a:pt x="36596" y="14029"/>
                    </a:cubicBezTo>
                    <a:cubicBezTo>
                      <a:pt x="36909" y="12428"/>
                      <a:pt x="37091" y="10801"/>
                      <a:pt x="36752" y="9186"/>
                    </a:cubicBezTo>
                    <a:cubicBezTo>
                      <a:pt x="36540" y="8173"/>
                      <a:pt x="36156" y="7221"/>
                      <a:pt x="35621" y="6299"/>
                    </a:cubicBezTo>
                    <a:cubicBezTo>
                      <a:pt x="35161" y="5506"/>
                      <a:pt x="34624" y="4801"/>
                      <a:pt x="33986" y="4193"/>
                    </a:cubicBezTo>
                    <a:cubicBezTo>
                      <a:pt x="33347" y="3583"/>
                      <a:pt x="32664" y="2889"/>
                      <a:pt x="31793" y="2702"/>
                    </a:cubicBezTo>
                    <a:cubicBezTo>
                      <a:pt x="30985" y="2528"/>
                      <a:pt x="30450" y="2301"/>
                      <a:pt x="30292" y="1431"/>
                    </a:cubicBezTo>
                    <a:cubicBezTo>
                      <a:pt x="30257" y="1237"/>
                      <a:pt x="30239" y="1011"/>
                      <a:pt x="30164" y="836"/>
                    </a:cubicBezTo>
                    <a:cubicBezTo>
                      <a:pt x="30009" y="478"/>
                      <a:pt x="29827" y="0"/>
                      <a:pt x="2941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4"/>
              <p:cNvSpPr/>
              <p:nvPr/>
            </p:nvSpPr>
            <p:spPr>
              <a:xfrm>
                <a:off x="10497848" y="2184760"/>
                <a:ext cx="83222" cy="203078"/>
              </a:xfrm>
              <a:custGeom>
                <a:rect b="b" l="l" r="r" t="t"/>
                <a:pathLst>
                  <a:path extrusionOk="0" h="9712" w="3980">
                    <a:moveTo>
                      <a:pt x="657" y="1"/>
                    </a:moveTo>
                    <a:cubicBezTo>
                      <a:pt x="607" y="1"/>
                      <a:pt x="556" y="75"/>
                      <a:pt x="437" y="183"/>
                    </a:cubicBezTo>
                    <a:cubicBezTo>
                      <a:pt x="0" y="581"/>
                      <a:pt x="299" y="1033"/>
                      <a:pt x="301" y="1398"/>
                    </a:cubicBezTo>
                    <a:cubicBezTo>
                      <a:pt x="307" y="2066"/>
                      <a:pt x="588" y="2728"/>
                      <a:pt x="741" y="3396"/>
                    </a:cubicBezTo>
                    <a:cubicBezTo>
                      <a:pt x="976" y="4427"/>
                      <a:pt x="1245" y="5286"/>
                      <a:pt x="1708" y="6230"/>
                    </a:cubicBezTo>
                    <a:cubicBezTo>
                      <a:pt x="1993" y="6810"/>
                      <a:pt x="2102" y="7420"/>
                      <a:pt x="2226" y="8036"/>
                    </a:cubicBezTo>
                    <a:cubicBezTo>
                      <a:pt x="2276" y="8290"/>
                      <a:pt x="2331" y="8543"/>
                      <a:pt x="2399" y="8795"/>
                    </a:cubicBezTo>
                    <a:cubicBezTo>
                      <a:pt x="2650" y="9711"/>
                      <a:pt x="2950" y="9405"/>
                      <a:pt x="3681" y="9694"/>
                    </a:cubicBezTo>
                    <a:cubicBezTo>
                      <a:pt x="3697" y="9701"/>
                      <a:pt x="3711" y="9703"/>
                      <a:pt x="3723" y="9703"/>
                    </a:cubicBezTo>
                    <a:cubicBezTo>
                      <a:pt x="3866" y="9703"/>
                      <a:pt x="3766" y="9303"/>
                      <a:pt x="3810" y="9112"/>
                    </a:cubicBezTo>
                    <a:cubicBezTo>
                      <a:pt x="3980" y="8403"/>
                      <a:pt x="3547" y="7796"/>
                      <a:pt x="3329" y="7177"/>
                    </a:cubicBezTo>
                    <a:cubicBezTo>
                      <a:pt x="2998" y="6239"/>
                      <a:pt x="2715" y="5281"/>
                      <a:pt x="2424" y="4337"/>
                    </a:cubicBezTo>
                    <a:cubicBezTo>
                      <a:pt x="1984" y="2907"/>
                      <a:pt x="1617" y="1470"/>
                      <a:pt x="820" y="182"/>
                    </a:cubicBezTo>
                    <a:cubicBezTo>
                      <a:pt x="741" y="53"/>
                      <a:pt x="699" y="1"/>
                      <a:pt x="65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10372918" y="2242685"/>
                <a:ext cx="146642" cy="170793"/>
              </a:xfrm>
              <a:custGeom>
                <a:rect b="b" l="l" r="r" t="t"/>
                <a:pathLst>
                  <a:path extrusionOk="0" h="8168" w="7013">
                    <a:moveTo>
                      <a:pt x="0" y="0"/>
                    </a:moveTo>
                    <a:lnTo>
                      <a:pt x="0" y="0"/>
                    </a:lnTo>
                    <a:cubicBezTo>
                      <a:pt x="944" y="1416"/>
                      <a:pt x="1727" y="2660"/>
                      <a:pt x="2582" y="3853"/>
                    </a:cubicBezTo>
                    <a:cubicBezTo>
                      <a:pt x="3307" y="4862"/>
                      <a:pt x="4076" y="5848"/>
                      <a:pt x="4911" y="6764"/>
                    </a:cubicBezTo>
                    <a:cubicBezTo>
                      <a:pt x="5316" y="7207"/>
                      <a:pt x="5591" y="7792"/>
                      <a:pt x="6190" y="8065"/>
                    </a:cubicBezTo>
                    <a:cubicBezTo>
                      <a:pt x="6334" y="8130"/>
                      <a:pt x="6449" y="8168"/>
                      <a:pt x="6543" y="8168"/>
                    </a:cubicBezTo>
                    <a:cubicBezTo>
                      <a:pt x="6718" y="8168"/>
                      <a:pt x="6822" y="8039"/>
                      <a:pt x="6909" y="7725"/>
                    </a:cubicBezTo>
                    <a:cubicBezTo>
                      <a:pt x="7013" y="7349"/>
                      <a:pt x="6938" y="7095"/>
                      <a:pt x="6764" y="6798"/>
                    </a:cubicBezTo>
                    <a:cubicBezTo>
                      <a:pt x="6226" y="5890"/>
                      <a:pt x="5355" y="5274"/>
                      <a:pt x="4732" y="4429"/>
                    </a:cubicBezTo>
                    <a:cubicBezTo>
                      <a:pt x="3964" y="3384"/>
                      <a:pt x="3116" y="2399"/>
                      <a:pt x="2195" y="1483"/>
                    </a:cubicBezTo>
                    <a:cubicBezTo>
                      <a:pt x="1637" y="929"/>
                      <a:pt x="1080" y="28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11094900" y="2655783"/>
                <a:ext cx="151326" cy="96332"/>
              </a:xfrm>
              <a:custGeom>
                <a:rect b="b" l="l" r="r" t="t"/>
                <a:pathLst>
                  <a:path extrusionOk="0" h="4607" w="7237">
                    <a:moveTo>
                      <a:pt x="1076" y="0"/>
                    </a:moveTo>
                    <a:cubicBezTo>
                      <a:pt x="698" y="0"/>
                      <a:pt x="274" y="154"/>
                      <a:pt x="160" y="423"/>
                    </a:cubicBezTo>
                    <a:cubicBezTo>
                      <a:pt x="0" y="800"/>
                      <a:pt x="277" y="1056"/>
                      <a:pt x="599" y="1308"/>
                    </a:cubicBezTo>
                    <a:cubicBezTo>
                      <a:pt x="1662" y="2137"/>
                      <a:pt x="2861" y="2755"/>
                      <a:pt x="3989" y="3475"/>
                    </a:cubicBezTo>
                    <a:cubicBezTo>
                      <a:pt x="4910" y="4065"/>
                      <a:pt x="5946" y="4606"/>
                      <a:pt x="7180" y="4606"/>
                    </a:cubicBezTo>
                    <a:cubicBezTo>
                      <a:pt x="7199" y="4606"/>
                      <a:pt x="7218" y="4606"/>
                      <a:pt x="7237" y="4606"/>
                    </a:cubicBezTo>
                    <a:cubicBezTo>
                      <a:pt x="7092" y="4227"/>
                      <a:pt x="6907" y="3954"/>
                      <a:pt x="6688" y="3657"/>
                    </a:cubicBezTo>
                    <a:cubicBezTo>
                      <a:pt x="6300" y="3130"/>
                      <a:pt x="5750" y="2845"/>
                      <a:pt x="5258" y="2526"/>
                    </a:cubicBezTo>
                    <a:cubicBezTo>
                      <a:pt x="4653" y="2133"/>
                      <a:pt x="4090" y="1685"/>
                      <a:pt x="3496" y="1304"/>
                    </a:cubicBezTo>
                    <a:cubicBezTo>
                      <a:pt x="2886" y="910"/>
                      <a:pt x="2172" y="663"/>
                      <a:pt x="1613" y="159"/>
                    </a:cubicBezTo>
                    <a:cubicBezTo>
                      <a:pt x="1494" y="50"/>
                      <a:pt x="1293" y="0"/>
                      <a:pt x="107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>
                <a:off x="10312387" y="2371518"/>
                <a:ext cx="180579" cy="94095"/>
              </a:xfrm>
              <a:custGeom>
                <a:rect b="b" l="l" r="r" t="t"/>
                <a:pathLst>
                  <a:path extrusionOk="0" h="4500" w="8636">
                    <a:moveTo>
                      <a:pt x="569" y="1"/>
                    </a:moveTo>
                    <a:cubicBezTo>
                      <a:pt x="389" y="1"/>
                      <a:pt x="200" y="18"/>
                      <a:pt x="0" y="55"/>
                    </a:cubicBezTo>
                    <a:cubicBezTo>
                      <a:pt x="2708" y="2037"/>
                      <a:pt x="5348" y="3766"/>
                      <a:pt x="8629" y="4500"/>
                    </a:cubicBezTo>
                    <a:cubicBezTo>
                      <a:pt x="8635" y="3906"/>
                      <a:pt x="8447" y="3565"/>
                      <a:pt x="7966" y="3305"/>
                    </a:cubicBezTo>
                    <a:cubicBezTo>
                      <a:pt x="6313" y="2408"/>
                      <a:pt x="4656" y="1515"/>
                      <a:pt x="2926" y="771"/>
                    </a:cubicBezTo>
                    <a:cubicBezTo>
                      <a:pt x="2197" y="458"/>
                      <a:pt x="1507" y="1"/>
                      <a:pt x="56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4"/>
              <p:cNvSpPr/>
              <p:nvPr/>
            </p:nvSpPr>
            <p:spPr>
              <a:xfrm>
                <a:off x="11054440" y="2695390"/>
                <a:ext cx="84058" cy="138445"/>
              </a:xfrm>
              <a:custGeom>
                <a:rect b="b" l="l" r="r" t="t"/>
                <a:pathLst>
                  <a:path extrusionOk="0" h="6621" w="4020">
                    <a:moveTo>
                      <a:pt x="699" y="1"/>
                    </a:moveTo>
                    <a:cubicBezTo>
                      <a:pt x="648" y="1"/>
                      <a:pt x="589" y="16"/>
                      <a:pt x="518" y="54"/>
                    </a:cubicBezTo>
                    <a:cubicBezTo>
                      <a:pt x="205" y="217"/>
                      <a:pt x="0" y="405"/>
                      <a:pt x="19" y="816"/>
                    </a:cubicBezTo>
                    <a:cubicBezTo>
                      <a:pt x="314" y="1524"/>
                      <a:pt x="551" y="2266"/>
                      <a:pt x="919" y="2933"/>
                    </a:cubicBezTo>
                    <a:cubicBezTo>
                      <a:pt x="1520" y="4019"/>
                      <a:pt x="2052" y="5147"/>
                      <a:pt x="2903" y="6089"/>
                    </a:cubicBezTo>
                    <a:cubicBezTo>
                      <a:pt x="3096" y="6303"/>
                      <a:pt x="3196" y="6621"/>
                      <a:pt x="3453" y="6621"/>
                    </a:cubicBezTo>
                    <a:cubicBezTo>
                      <a:pt x="3508" y="6621"/>
                      <a:pt x="3570" y="6606"/>
                      <a:pt x="3642" y="6573"/>
                    </a:cubicBezTo>
                    <a:cubicBezTo>
                      <a:pt x="4020" y="6399"/>
                      <a:pt x="3928" y="5999"/>
                      <a:pt x="3793" y="5676"/>
                    </a:cubicBezTo>
                    <a:cubicBezTo>
                      <a:pt x="3144" y="4129"/>
                      <a:pt x="2228" y="2709"/>
                      <a:pt x="1644" y="1130"/>
                    </a:cubicBezTo>
                    <a:cubicBezTo>
                      <a:pt x="1542" y="853"/>
                      <a:pt x="1515" y="489"/>
                      <a:pt x="1167" y="348"/>
                    </a:cubicBezTo>
                    <a:cubicBezTo>
                      <a:pt x="991" y="276"/>
                      <a:pt x="916" y="1"/>
                      <a:pt x="69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4"/>
              <p:cNvSpPr/>
              <p:nvPr/>
            </p:nvSpPr>
            <p:spPr>
              <a:xfrm>
                <a:off x="11105438" y="2591524"/>
                <a:ext cx="140494" cy="49118"/>
              </a:xfrm>
              <a:custGeom>
                <a:rect b="b" l="l" r="r" t="t"/>
                <a:pathLst>
                  <a:path extrusionOk="0" h="2349" w="6719">
                    <a:moveTo>
                      <a:pt x="1500" y="1"/>
                    </a:moveTo>
                    <a:cubicBezTo>
                      <a:pt x="1166" y="1"/>
                      <a:pt x="827" y="66"/>
                      <a:pt x="486" y="181"/>
                    </a:cubicBezTo>
                    <a:cubicBezTo>
                      <a:pt x="95" y="313"/>
                      <a:pt x="206" y="722"/>
                      <a:pt x="100" y="988"/>
                    </a:cubicBezTo>
                    <a:cubicBezTo>
                      <a:pt x="0" y="1234"/>
                      <a:pt x="426" y="1356"/>
                      <a:pt x="593" y="1384"/>
                    </a:cubicBezTo>
                    <a:cubicBezTo>
                      <a:pt x="2225" y="1650"/>
                      <a:pt x="3776" y="2349"/>
                      <a:pt x="5463" y="2349"/>
                    </a:cubicBezTo>
                    <a:cubicBezTo>
                      <a:pt x="5517" y="2349"/>
                      <a:pt x="5570" y="2348"/>
                      <a:pt x="5624" y="2346"/>
                    </a:cubicBezTo>
                    <a:cubicBezTo>
                      <a:pt x="5733" y="2302"/>
                      <a:pt x="5857" y="2203"/>
                      <a:pt x="5957" y="2203"/>
                    </a:cubicBezTo>
                    <a:cubicBezTo>
                      <a:pt x="5968" y="2203"/>
                      <a:pt x="5979" y="2204"/>
                      <a:pt x="5989" y="2206"/>
                    </a:cubicBezTo>
                    <a:cubicBezTo>
                      <a:pt x="6056" y="2224"/>
                      <a:pt x="6122" y="2233"/>
                      <a:pt x="6184" y="2233"/>
                    </a:cubicBezTo>
                    <a:cubicBezTo>
                      <a:pt x="6410" y="2233"/>
                      <a:pt x="6590" y="2118"/>
                      <a:pt x="6638" y="1920"/>
                    </a:cubicBezTo>
                    <a:cubicBezTo>
                      <a:pt x="6719" y="1587"/>
                      <a:pt x="6318" y="1517"/>
                      <a:pt x="6118" y="1468"/>
                    </a:cubicBezTo>
                    <a:cubicBezTo>
                      <a:pt x="5674" y="1356"/>
                      <a:pt x="5423" y="943"/>
                      <a:pt x="4838" y="943"/>
                    </a:cubicBezTo>
                    <a:cubicBezTo>
                      <a:pt x="4837" y="943"/>
                      <a:pt x="4836" y="943"/>
                      <a:pt x="4835" y="943"/>
                    </a:cubicBezTo>
                    <a:cubicBezTo>
                      <a:pt x="4834" y="943"/>
                      <a:pt x="4832" y="943"/>
                      <a:pt x="4831" y="943"/>
                    </a:cubicBezTo>
                    <a:cubicBezTo>
                      <a:pt x="4374" y="943"/>
                      <a:pt x="3903" y="493"/>
                      <a:pt x="3336" y="493"/>
                    </a:cubicBezTo>
                    <a:cubicBezTo>
                      <a:pt x="3269" y="493"/>
                      <a:pt x="3200" y="500"/>
                      <a:pt x="3130" y="514"/>
                    </a:cubicBezTo>
                    <a:cubicBezTo>
                      <a:pt x="3118" y="516"/>
                      <a:pt x="3105" y="518"/>
                      <a:pt x="3093" y="518"/>
                    </a:cubicBezTo>
                    <a:cubicBezTo>
                      <a:pt x="2985" y="518"/>
                      <a:pt x="2885" y="433"/>
                      <a:pt x="2780" y="369"/>
                    </a:cubicBezTo>
                    <a:cubicBezTo>
                      <a:pt x="2367" y="113"/>
                      <a:pt x="1938" y="1"/>
                      <a:pt x="15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" name="Google Shape;64;p4"/>
            <p:cNvGrpSpPr/>
            <p:nvPr/>
          </p:nvGrpSpPr>
          <p:grpSpPr>
            <a:xfrm>
              <a:off x="308974" y="1650670"/>
              <a:ext cx="2262600" cy="918245"/>
              <a:chOff x="403975" y="1650670"/>
              <a:chExt cx="2262600" cy="918245"/>
            </a:xfrm>
          </p:grpSpPr>
          <p:sp>
            <p:nvSpPr>
              <p:cNvPr id="65" name="Google Shape;65;p4"/>
              <p:cNvSpPr txBox="1"/>
              <p:nvPr/>
            </p:nvSpPr>
            <p:spPr>
              <a:xfrm>
                <a:off x="858700" y="1650670"/>
                <a:ext cx="1353000" cy="44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Georgia"/>
                  <a:buNone/>
                </a:pPr>
                <a:r>
                  <a:rPr b="1" i="0" lang="en-US" sz="1800" u="none" cap="none" strike="noStrike">
                    <a:solidFill>
                      <a:srgbClr val="000000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Caption </a:t>
                </a:r>
                <a:endParaRPr b="1" i="0" sz="1800" u="none" cap="none" strike="noStrike">
                  <a:solidFill>
                    <a:srgbClr val="CE5457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6" name="Google Shape;66;p4"/>
              <p:cNvSpPr txBox="1"/>
              <p:nvPr/>
            </p:nvSpPr>
            <p:spPr>
              <a:xfrm>
                <a:off x="403975" y="2107215"/>
                <a:ext cx="2262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63238"/>
                  </a:buClr>
                  <a:buSzPts val="1200"/>
                  <a:buFont typeface="Geo"/>
                  <a:buNone/>
                </a:pPr>
                <a:r>
                  <a:rPr b="0" i="0" lang="en-US" sz="1200" u="none" cap="none" strike="noStrike">
                    <a:solidFill>
                      <a:srgbClr val="263238"/>
                    </a:solidFill>
                    <a:latin typeface="Geo"/>
                    <a:ea typeface="Geo"/>
                    <a:cs typeface="Geo"/>
                    <a:sym typeface="Geo"/>
                  </a:rPr>
                  <a:t>This slide is an editable slide with all your needs. </a:t>
                </a:r>
                <a:endParaRPr b="0" i="0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" name="Google Shape;67;p4"/>
            <p:cNvGrpSpPr/>
            <p:nvPr/>
          </p:nvGrpSpPr>
          <p:grpSpPr>
            <a:xfrm>
              <a:off x="6426290" y="1650670"/>
              <a:ext cx="2262600" cy="918245"/>
              <a:chOff x="6521291" y="1650670"/>
              <a:chExt cx="2262600" cy="918245"/>
            </a:xfrm>
          </p:grpSpPr>
          <p:sp>
            <p:nvSpPr>
              <p:cNvPr id="68" name="Google Shape;68;p4"/>
              <p:cNvSpPr txBox="1"/>
              <p:nvPr/>
            </p:nvSpPr>
            <p:spPr>
              <a:xfrm>
                <a:off x="6976016" y="1650670"/>
                <a:ext cx="1353000" cy="44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Georgia"/>
                  <a:buNone/>
                </a:pPr>
                <a:r>
                  <a:rPr b="1" i="0" lang="en-US" sz="1800" u="none" cap="none" strike="noStrike">
                    <a:solidFill>
                      <a:srgbClr val="000000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Caption </a:t>
                </a:r>
                <a:endParaRPr b="1" i="0" sz="1800" u="none" cap="none" strike="noStrike">
                  <a:solidFill>
                    <a:srgbClr val="5BB1E8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69" name="Google Shape;69;p4"/>
              <p:cNvSpPr txBox="1"/>
              <p:nvPr/>
            </p:nvSpPr>
            <p:spPr>
              <a:xfrm>
                <a:off x="6521291" y="2107215"/>
                <a:ext cx="2262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63238"/>
                  </a:buClr>
                  <a:buSzPts val="1200"/>
                  <a:buFont typeface="Geo"/>
                  <a:buNone/>
                </a:pPr>
                <a:r>
                  <a:rPr b="0" i="0" lang="en-US" sz="1200" u="none" cap="none" strike="noStrike">
                    <a:solidFill>
                      <a:srgbClr val="263238"/>
                    </a:solidFill>
                    <a:latin typeface="Geo"/>
                    <a:ea typeface="Geo"/>
                    <a:cs typeface="Geo"/>
                    <a:sym typeface="Geo"/>
                  </a:rPr>
                  <a:t>This slide is an editable slide with all your needs. </a:t>
                </a:r>
                <a:endParaRPr b="0" i="0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" name="Google Shape;70;p4"/>
            <p:cNvGrpSpPr/>
            <p:nvPr/>
          </p:nvGrpSpPr>
          <p:grpSpPr>
            <a:xfrm>
              <a:off x="3472748" y="3714944"/>
              <a:ext cx="2262600" cy="932456"/>
              <a:chOff x="3543999" y="3714944"/>
              <a:chExt cx="2262600" cy="932456"/>
            </a:xfrm>
          </p:grpSpPr>
          <p:sp>
            <p:nvSpPr>
              <p:cNvPr id="71" name="Google Shape;71;p4"/>
              <p:cNvSpPr txBox="1"/>
              <p:nvPr/>
            </p:nvSpPr>
            <p:spPr>
              <a:xfrm>
                <a:off x="3998724" y="3714944"/>
                <a:ext cx="1353000" cy="44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Georgia"/>
                  <a:buNone/>
                </a:pPr>
                <a:r>
                  <a:rPr b="1" i="0" lang="en-US" sz="1800" u="none" cap="none" strike="noStrike">
                    <a:solidFill>
                      <a:srgbClr val="000000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Caption </a:t>
                </a:r>
                <a:endParaRPr b="1" i="0" sz="1800" u="none" cap="none" strike="noStrike">
                  <a:solidFill>
                    <a:srgbClr val="801E3D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2" name="Google Shape;72;p4"/>
              <p:cNvSpPr txBox="1"/>
              <p:nvPr/>
            </p:nvSpPr>
            <p:spPr>
              <a:xfrm>
                <a:off x="3543999" y="4185700"/>
                <a:ext cx="2262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63238"/>
                  </a:buClr>
                  <a:buSzPts val="1200"/>
                  <a:buFont typeface="Geo"/>
                  <a:buNone/>
                </a:pPr>
                <a:r>
                  <a:rPr b="0" i="0" lang="en-US" sz="1200" u="none" cap="none" strike="noStrike">
                    <a:solidFill>
                      <a:srgbClr val="263238"/>
                    </a:solidFill>
                    <a:latin typeface="Geo"/>
                    <a:ea typeface="Geo"/>
                    <a:cs typeface="Geo"/>
                    <a:sym typeface="Geo"/>
                  </a:rPr>
                  <a:t>This slide is an editable slide with all your needs. </a:t>
                </a:r>
                <a:endParaRPr b="0" i="0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" name="Google Shape;73;p4"/>
            <p:cNvGrpSpPr/>
            <p:nvPr/>
          </p:nvGrpSpPr>
          <p:grpSpPr>
            <a:xfrm>
              <a:off x="9590064" y="3714944"/>
              <a:ext cx="2262600" cy="932456"/>
              <a:chOff x="9661315" y="3714944"/>
              <a:chExt cx="2262600" cy="932456"/>
            </a:xfrm>
          </p:grpSpPr>
          <p:sp>
            <p:nvSpPr>
              <p:cNvPr id="74" name="Google Shape;74;p4"/>
              <p:cNvSpPr txBox="1"/>
              <p:nvPr/>
            </p:nvSpPr>
            <p:spPr>
              <a:xfrm>
                <a:off x="10116040" y="3714944"/>
                <a:ext cx="1353000" cy="44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Georgia"/>
                  <a:buNone/>
                </a:pPr>
                <a:r>
                  <a:rPr b="1" i="0" lang="en-US" sz="1800" u="none" cap="none" strike="noStrike">
                    <a:solidFill>
                      <a:srgbClr val="000000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Caption </a:t>
                </a:r>
                <a:endParaRPr b="1" i="0" sz="1800" u="none" cap="none" strike="noStrike">
                  <a:solidFill>
                    <a:srgbClr val="81CBD9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  <p:sp>
            <p:nvSpPr>
              <p:cNvPr id="75" name="Google Shape;75;p4"/>
              <p:cNvSpPr txBox="1"/>
              <p:nvPr/>
            </p:nvSpPr>
            <p:spPr>
              <a:xfrm>
                <a:off x="9661315" y="4185700"/>
                <a:ext cx="2262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63238"/>
                  </a:buClr>
                  <a:buSzPts val="1200"/>
                  <a:buFont typeface="Geo"/>
                  <a:buNone/>
                </a:pPr>
                <a:r>
                  <a:rPr b="0" i="0" lang="en-US" sz="1200" u="none" cap="none" strike="noStrike">
                    <a:solidFill>
                      <a:srgbClr val="263238"/>
                    </a:solidFill>
                    <a:latin typeface="Geo"/>
                    <a:ea typeface="Geo"/>
                    <a:cs typeface="Geo"/>
                    <a:sym typeface="Geo"/>
                  </a:rPr>
                  <a:t>This slide is an editable slide with all your needs. </a:t>
                </a:r>
                <a:endParaRPr b="0" i="0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5"/>
          <p:cNvGrpSpPr/>
          <p:nvPr/>
        </p:nvGrpSpPr>
        <p:grpSpPr>
          <a:xfrm>
            <a:off x="759512" y="1472433"/>
            <a:ext cx="10672647" cy="4612190"/>
            <a:chOff x="759513" y="1218433"/>
            <a:chExt cx="10672647" cy="4612190"/>
          </a:xfrm>
        </p:grpSpPr>
        <p:grpSp>
          <p:nvGrpSpPr>
            <p:cNvPr id="81" name="Google Shape;81;p5"/>
            <p:cNvGrpSpPr/>
            <p:nvPr/>
          </p:nvGrpSpPr>
          <p:grpSpPr>
            <a:xfrm flipH="1" rot="1081308">
              <a:off x="3475338" y="2130708"/>
              <a:ext cx="5241698" cy="2779009"/>
              <a:chOff x="2894499" y="1996162"/>
              <a:chExt cx="4038023" cy="2140852"/>
            </a:xfrm>
          </p:grpSpPr>
          <p:sp>
            <p:nvSpPr>
              <p:cNvPr id="82" name="Google Shape;82;p5"/>
              <p:cNvSpPr/>
              <p:nvPr/>
            </p:nvSpPr>
            <p:spPr>
              <a:xfrm>
                <a:off x="3695890" y="2171152"/>
                <a:ext cx="213186" cy="250231"/>
              </a:xfrm>
              <a:custGeom>
                <a:rect b="b" l="l" r="r" t="t"/>
                <a:pathLst>
                  <a:path extrusionOk="0" h="13732" w="11728">
                    <a:moveTo>
                      <a:pt x="10763" y="0"/>
                    </a:moveTo>
                    <a:cubicBezTo>
                      <a:pt x="10540" y="334"/>
                      <a:pt x="10280" y="631"/>
                      <a:pt x="10132" y="854"/>
                    </a:cubicBezTo>
                    <a:cubicBezTo>
                      <a:pt x="9130" y="2116"/>
                      <a:pt x="8054" y="3340"/>
                      <a:pt x="6940" y="4528"/>
                    </a:cubicBezTo>
                    <a:cubicBezTo>
                      <a:pt x="4825" y="6754"/>
                      <a:pt x="2598" y="9278"/>
                      <a:pt x="1" y="11022"/>
                    </a:cubicBezTo>
                    <a:cubicBezTo>
                      <a:pt x="854" y="11913"/>
                      <a:pt x="1782" y="12840"/>
                      <a:pt x="2710" y="13731"/>
                    </a:cubicBezTo>
                    <a:lnTo>
                      <a:pt x="2747" y="13694"/>
                    </a:lnTo>
                    <a:cubicBezTo>
                      <a:pt x="5122" y="11801"/>
                      <a:pt x="7349" y="9723"/>
                      <a:pt x="9353" y="7459"/>
                    </a:cubicBezTo>
                    <a:cubicBezTo>
                      <a:pt x="10763" y="5864"/>
                      <a:pt x="11728" y="4454"/>
                      <a:pt x="11319" y="2227"/>
                    </a:cubicBezTo>
                    <a:cubicBezTo>
                      <a:pt x="11171" y="1485"/>
                      <a:pt x="10985" y="742"/>
                      <a:pt x="10763" y="0"/>
                    </a:cubicBezTo>
                    <a:close/>
                  </a:path>
                </a:pathLst>
              </a:custGeom>
              <a:solidFill>
                <a:srgbClr val="EAA3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5"/>
              <p:cNvSpPr/>
              <p:nvPr/>
            </p:nvSpPr>
            <p:spPr>
              <a:xfrm>
                <a:off x="2959265" y="2728378"/>
                <a:ext cx="273208" cy="176521"/>
              </a:xfrm>
              <a:custGeom>
                <a:rect b="b" l="l" r="r" t="t"/>
                <a:pathLst>
                  <a:path extrusionOk="0" h="9687" w="15030">
                    <a:moveTo>
                      <a:pt x="15030" y="0"/>
                    </a:moveTo>
                    <a:lnTo>
                      <a:pt x="14585" y="297"/>
                    </a:lnTo>
                    <a:cubicBezTo>
                      <a:pt x="11542" y="1967"/>
                      <a:pt x="8424" y="3526"/>
                      <a:pt x="5307" y="5010"/>
                    </a:cubicBezTo>
                    <a:cubicBezTo>
                      <a:pt x="3934" y="5604"/>
                      <a:pt x="1782" y="7014"/>
                      <a:pt x="0" y="7311"/>
                    </a:cubicBezTo>
                    <a:cubicBezTo>
                      <a:pt x="550" y="8118"/>
                      <a:pt x="1645" y="9686"/>
                      <a:pt x="2028" y="9686"/>
                    </a:cubicBezTo>
                    <a:cubicBezTo>
                      <a:pt x="2033" y="9686"/>
                      <a:pt x="2037" y="9686"/>
                      <a:pt x="2041" y="9686"/>
                    </a:cubicBezTo>
                    <a:cubicBezTo>
                      <a:pt x="3229" y="9537"/>
                      <a:pt x="4528" y="8907"/>
                      <a:pt x="5604" y="8424"/>
                    </a:cubicBezTo>
                    <a:cubicBezTo>
                      <a:pt x="7274" y="7756"/>
                      <a:pt x="8944" y="7088"/>
                      <a:pt x="10540" y="6272"/>
                    </a:cubicBezTo>
                    <a:cubicBezTo>
                      <a:pt x="11876" y="5604"/>
                      <a:pt x="13694" y="5084"/>
                      <a:pt x="14844" y="4194"/>
                    </a:cubicBezTo>
                    <a:lnTo>
                      <a:pt x="14881" y="4156"/>
                    </a:lnTo>
                    <a:cubicBezTo>
                      <a:pt x="14881" y="3266"/>
                      <a:pt x="14919" y="2412"/>
                      <a:pt x="14993" y="1522"/>
                    </a:cubicBezTo>
                    <a:cubicBezTo>
                      <a:pt x="15030" y="1039"/>
                      <a:pt x="15030" y="520"/>
                      <a:pt x="15030" y="0"/>
                    </a:cubicBezTo>
                    <a:close/>
                  </a:path>
                </a:pathLst>
              </a:custGeom>
              <a:solidFill>
                <a:srgbClr val="EAA3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5"/>
              <p:cNvSpPr/>
              <p:nvPr/>
            </p:nvSpPr>
            <p:spPr>
              <a:xfrm>
                <a:off x="3247978" y="2733772"/>
                <a:ext cx="831766" cy="574155"/>
              </a:xfrm>
              <a:custGeom>
                <a:rect b="b" l="l" r="r" t="t"/>
                <a:pathLst>
                  <a:path extrusionOk="0" h="31508" w="45758">
                    <a:moveTo>
                      <a:pt x="186" y="1"/>
                    </a:moveTo>
                    <a:cubicBezTo>
                      <a:pt x="149" y="483"/>
                      <a:pt x="149" y="966"/>
                      <a:pt x="186" y="1485"/>
                    </a:cubicBezTo>
                    <a:cubicBezTo>
                      <a:pt x="297" y="2302"/>
                      <a:pt x="0" y="3155"/>
                      <a:pt x="112" y="4009"/>
                    </a:cubicBezTo>
                    <a:cubicBezTo>
                      <a:pt x="112" y="4083"/>
                      <a:pt x="112" y="4194"/>
                      <a:pt x="38" y="4306"/>
                    </a:cubicBezTo>
                    <a:cubicBezTo>
                      <a:pt x="75" y="4343"/>
                      <a:pt x="112" y="4380"/>
                      <a:pt x="149" y="4417"/>
                    </a:cubicBezTo>
                    <a:cubicBezTo>
                      <a:pt x="1708" y="6495"/>
                      <a:pt x="3897" y="8054"/>
                      <a:pt x="5827" y="9798"/>
                    </a:cubicBezTo>
                    <a:cubicBezTo>
                      <a:pt x="7608" y="11431"/>
                      <a:pt x="9278" y="13101"/>
                      <a:pt x="11096" y="14622"/>
                    </a:cubicBezTo>
                    <a:cubicBezTo>
                      <a:pt x="14993" y="17888"/>
                      <a:pt x="19075" y="20671"/>
                      <a:pt x="23269" y="23529"/>
                    </a:cubicBezTo>
                    <a:cubicBezTo>
                      <a:pt x="27054" y="26089"/>
                      <a:pt x="31025" y="28576"/>
                      <a:pt x="35404" y="29875"/>
                    </a:cubicBezTo>
                    <a:cubicBezTo>
                      <a:pt x="38781" y="30840"/>
                      <a:pt x="42269" y="31396"/>
                      <a:pt x="45758" y="31508"/>
                    </a:cubicBezTo>
                    <a:cubicBezTo>
                      <a:pt x="45609" y="30320"/>
                      <a:pt x="45164" y="28687"/>
                      <a:pt x="45238" y="27351"/>
                    </a:cubicBezTo>
                    <a:cubicBezTo>
                      <a:pt x="41045" y="26646"/>
                      <a:pt x="36962" y="25459"/>
                      <a:pt x="33066" y="23789"/>
                    </a:cubicBezTo>
                    <a:cubicBezTo>
                      <a:pt x="28538" y="21748"/>
                      <a:pt x="24196" y="19224"/>
                      <a:pt x="20151" y="16367"/>
                    </a:cubicBezTo>
                    <a:cubicBezTo>
                      <a:pt x="13472" y="11691"/>
                      <a:pt x="7126" y="6532"/>
                      <a:pt x="1225" y="966"/>
                    </a:cubicBezTo>
                    <a:lnTo>
                      <a:pt x="186" y="1"/>
                    </a:lnTo>
                    <a:close/>
                  </a:path>
                </a:pathLst>
              </a:custGeom>
              <a:solidFill>
                <a:srgbClr val="EAA3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5"/>
              <p:cNvSpPr/>
              <p:nvPr/>
            </p:nvSpPr>
            <p:spPr>
              <a:xfrm>
                <a:off x="4089178" y="3234636"/>
                <a:ext cx="983548" cy="79523"/>
              </a:xfrm>
              <a:custGeom>
                <a:rect b="b" l="l" r="r" t="t"/>
                <a:pathLst>
                  <a:path extrusionOk="0" h="4364" w="54108">
                    <a:moveTo>
                      <a:pt x="44743" y="0"/>
                    </a:moveTo>
                    <a:cubicBezTo>
                      <a:pt x="39702" y="0"/>
                      <a:pt x="34661" y="215"/>
                      <a:pt x="29651" y="645"/>
                    </a:cubicBezTo>
                    <a:cubicBezTo>
                      <a:pt x="25147" y="1031"/>
                      <a:pt x="20624" y="1280"/>
                      <a:pt x="16105" y="1280"/>
                    </a:cubicBezTo>
                    <a:cubicBezTo>
                      <a:pt x="11504" y="1280"/>
                      <a:pt x="6907" y="1021"/>
                      <a:pt x="2338" y="385"/>
                    </a:cubicBezTo>
                    <a:cubicBezTo>
                      <a:pt x="1596" y="273"/>
                      <a:pt x="817" y="162"/>
                      <a:pt x="74" y="51"/>
                    </a:cubicBezTo>
                    <a:lnTo>
                      <a:pt x="74" y="51"/>
                    </a:lnTo>
                    <a:cubicBezTo>
                      <a:pt x="0" y="1350"/>
                      <a:pt x="445" y="2871"/>
                      <a:pt x="594" y="4096"/>
                    </a:cubicBezTo>
                    <a:cubicBezTo>
                      <a:pt x="1299" y="4096"/>
                      <a:pt x="2004" y="4133"/>
                      <a:pt x="2709" y="4133"/>
                    </a:cubicBezTo>
                    <a:cubicBezTo>
                      <a:pt x="6668" y="4191"/>
                      <a:pt x="10581" y="4363"/>
                      <a:pt x="14520" y="4363"/>
                    </a:cubicBezTo>
                    <a:cubicBezTo>
                      <a:pt x="15603" y="4363"/>
                      <a:pt x="16688" y="4350"/>
                      <a:pt x="17776" y="4318"/>
                    </a:cubicBezTo>
                    <a:cubicBezTo>
                      <a:pt x="22526" y="4207"/>
                      <a:pt x="27239" y="3836"/>
                      <a:pt x="31989" y="3725"/>
                    </a:cubicBezTo>
                    <a:cubicBezTo>
                      <a:pt x="37337" y="3609"/>
                      <a:pt x="42707" y="3358"/>
                      <a:pt x="48064" y="3358"/>
                    </a:cubicBezTo>
                    <a:cubicBezTo>
                      <a:pt x="49585" y="3358"/>
                      <a:pt x="51105" y="3379"/>
                      <a:pt x="52623" y="3428"/>
                    </a:cubicBezTo>
                    <a:lnTo>
                      <a:pt x="54107" y="3502"/>
                    </a:lnTo>
                    <a:cubicBezTo>
                      <a:pt x="53625" y="2426"/>
                      <a:pt x="53328" y="1313"/>
                      <a:pt x="53142" y="199"/>
                    </a:cubicBezTo>
                    <a:cubicBezTo>
                      <a:pt x="50346" y="67"/>
                      <a:pt x="47544" y="0"/>
                      <a:pt x="44743" y="0"/>
                    </a:cubicBezTo>
                    <a:close/>
                  </a:path>
                </a:pathLst>
              </a:custGeom>
              <a:solidFill>
                <a:srgbClr val="A2CD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5"/>
              <p:cNvSpPr/>
              <p:nvPr/>
            </p:nvSpPr>
            <p:spPr>
              <a:xfrm>
                <a:off x="5076071" y="3239611"/>
                <a:ext cx="862795" cy="311769"/>
              </a:xfrm>
              <a:custGeom>
                <a:rect b="b" l="l" r="r" t="t"/>
                <a:pathLst>
                  <a:path extrusionOk="0" h="17109" w="47465">
                    <a:moveTo>
                      <a:pt x="1" y="0"/>
                    </a:moveTo>
                    <a:cubicBezTo>
                      <a:pt x="223" y="1114"/>
                      <a:pt x="557" y="2227"/>
                      <a:pt x="1003" y="3303"/>
                    </a:cubicBezTo>
                    <a:cubicBezTo>
                      <a:pt x="9798" y="3823"/>
                      <a:pt x="18222" y="5715"/>
                      <a:pt x="26720" y="8313"/>
                    </a:cubicBezTo>
                    <a:cubicBezTo>
                      <a:pt x="31990" y="9872"/>
                      <a:pt x="37222" y="11653"/>
                      <a:pt x="42121" y="14065"/>
                    </a:cubicBezTo>
                    <a:cubicBezTo>
                      <a:pt x="43976" y="14956"/>
                      <a:pt x="45758" y="15995"/>
                      <a:pt x="47465" y="17108"/>
                    </a:cubicBezTo>
                    <a:cubicBezTo>
                      <a:pt x="47168" y="15290"/>
                      <a:pt x="46908" y="13471"/>
                      <a:pt x="46611" y="11653"/>
                    </a:cubicBezTo>
                    <a:cubicBezTo>
                      <a:pt x="40748" y="8424"/>
                      <a:pt x="34513" y="5901"/>
                      <a:pt x="28056" y="4231"/>
                    </a:cubicBezTo>
                    <a:cubicBezTo>
                      <a:pt x="18853" y="1893"/>
                      <a:pt x="9464" y="483"/>
                      <a:pt x="1" y="0"/>
                    </a:cubicBezTo>
                    <a:close/>
                  </a:path>
                </a:pathLst>
              </a:custGeom>
              <a:solidFill>
                <a:srgbClr val="FD6D6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5"/>
              <p:cNvSpPr/>
              <p:nvPr/>
            </p:nvSpPr>
            <p:spPr>
              <a:xfrm>
                <a:off x="5944919" y="3464130"/>
                <a:ext cx="939704" cy="672884"/>
              </a:xfrm>
              <a:custGeom>
                <a:rect b="b" l="l" r="r" t="t"/>
                <a:pathLst>
                  <a:path extrusionOk="0" h="36926" w="51696">
                    <a:moveTo>
                      <a:pt x="1" y="0"/>
                    </a:moveTo>
                    <a:cubicBezTo>
                      <a:pt x="75" y="297"/>
                      <a:pt x="112" y="631"/>
                      <a:pt x="149" y="928"/>
                    </a:cubicBezTo>
                    <a:cubicBezTo>
                      <a:pt x="372" y="2338"/>
                      <a:pt x="595" y="3748"/>
                      <a:pt x="817" y="5158"/>
                    </a:cubicBezTo>
                    <a:cubicBezTo>
                      <a:pt x="854" y="5270"/>
                      <a:pt x="817" y="5418"/>
                      <a:pt x="743" y="5529"/>
                    </a:cubicBezTo>
                    <a:cubicBezTo>
                      <a:pt x="3563" y="7459"/>
                      <a:pt x="6235" y="9649"/>
                      <a:pt x="8722" y="12024"/>
                    </a:cubicBezTo>
                    <a:cubicBezTo>
                      <a:pt x="15550" y="18444"/>
                      <a:pt x="21339" y="26088"/>
                      <a:pt x="28502" y="32175"/>
                    </a:cubicBezTo>
                    <a:cubicBezTo>
                      <a:pt x="32247" y="35222"/>
                      <a:pt x="36936" y="36925"/>
                      <a:pt x="41743" y="36925"/>
                    </a:cubicBezTo>
                    <a:cubicBezTo>
                      <a:pt x="41795" y="36925"/>
                      <a:pt x="41847" y="36925"/>
                      <a:pt x="41898" y="36925"/>
                    </a:cubicBezTo>
                    <a:cubicBezTo>
                      <a:pt x="45201" y="36925"/>
                      <a:pt x="49617" y="36331"/>
                      <a:pt x="51696" y="33548"/>
                    </a:cubicBezTo>
                    <a:lnTo>
                      <a:pt x="51696" y="33548"/>
                    </a:lnTo>
                    <a:cubicBezTo>
                      <a:pt x="49914" y="34475"/>
                      <a:pt x="47613" y="34772"/>
                      <a:pt x="45795" y="34772"/>
                    </a:cubicBezTo>
                    <a:cubicBezTo>
                      <a:pt x="37928" y="34698"/>
                      <a:pt x="31470" y="29466"/>
                      <a:pt x="26052" y="24233"/>
                    </a:cubicBezTo>
                    <a:cubicBezTo>
                      <a:pt x="18482" y="16885"/>
                      <a:pt x="12359" y="8053"/>
                      <a:pt x="3489" y="2152"/>
                    </a:cubicBezTo>
                    <a:cubicBezTo>
                      <a:pt x="2339" y="1410"/>
                      <a:pt x="1188" y="705"/>
                      <a:pt x="1" y="0"/>
                    </a:cubicBezTo>
                    <a:close/>
                  </a:path>
                </a:pathLst>
              </a:custGeom>
              <a:solidFill>
                <a:srgbClr val="01BBC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8" name="Google Shape;88;p5"/>
              <p:cNvGrpSpPr/>
              <p:nvPr/>
            </p:nvGrpSpPr>
            <p:grpSpPr>
              <a:xfrm>
                <a:off x="2894499" y="1996162"/>
                <a:ext cx="4038023" cy="2122502"/>
                <a:chOff x="2894499" y="1996162"/>
                <a:chExt cx="4038023" cy="2122502"/>
              </a:xfrm>
            </p:grpSpPr>
            <p:sp>
              <p:nvSpPr>
                <p:cNvPr id="89" name="Google Shape;89;p5"/>
                <p:cNvSpPr/>
                <p:nvPr/>
              </p:nvSpPr>
              <p:spPr>
                <a:xfrm>
                  <a:off x="2894499" y="1996162"/>
                  <a:ext cx="4038023" cy="2122502"/>
                </a:xfrm>
                <a:custGeom>
                  <a:rect b="b" l="l" r="r" t="t"/>
                  <a:pathLst>
                    <a:path extrusionOk="0" h="116477" w="222144">
                      <a:moveTo>
                        <a:pt x="54219" y="7525"/>
                      </a:moveTo>
                      <a:cubicBezTo>
                        <a:pt x="54479" y="8267"/>
                        <a:pt x="54664" y="9010"/>
                        <a:pt x="54813" y="9752"/>
                      </a:cubicBezTo>
                      <a:cubicBezTo>
                        <a:pt x="55221" y="11978"/>
                        <a:pt x="54256" y="13426"/>
                        <a:pt x="52846" y="14984"/>
                      </a:cubicBezTo>
                      <a:cubicBezTo>
                        <a:pt x="50805" y="17248"/>
                        <a:pt x="48615" y="19363"/>
                        <a:pt x="46203" y="21219"/>
                      </a:cubicBezTo>
                      <a:lnTo>
                        <a:pt x="46166" y="21256"/>
                      </a:lnTo>
                      <a:cubicBezTo>
                        <a:pt x="45238" y="20365"/>
                        <a:pt x="44310" y="19475"/>
                        <a:pt x="43457" y="18547"/>
                      </a:cubicBezTo>
                      <a:cubicBezTo>
                        <a:pt x="46092" y="16803"/>
                        <a:pt x="48318" y="14316"/>
                        <a:pt x="50434" y="12053"/>
                      </a:cubicBezTo>
                      <a:cubicBezTo>
                        <a:pt x="51547" y="10902"/>
                        <a:pt x="52623" y="9678"/>
                        <a:pt x="53588" y="8379"/>
                      </a:cubicBezTo>
                      <a:cubicBezTo>
                        <a:pt x="53774" y="8156"/>
                        <a:pt x="54033" y="7859"/>
                        <a:pt x="54219" y="7525"/>
                      </a:cubicBezTo>
                      <a:close/>
                      <a:moveTo>
                        <a:pt x="18036" y="38104"/>
                      </a:moveTo>
                      <a:cubicBezTo>
                        <a:pt x="18036" y="38623"/>
                        <a:pt x="18036" y="39143"/>
                        <a:pt x="17999" y="39625"/>
                      </a:cubicBezTo>
                      <a:cubicBezTo>
                        <a:pt x="17888" y="40479"/>
                        <a:pt x="17851" y="41370"/>
                        <a:pt x="17888" y="42260"/>
                      </a:cubicBezTo>
                      <a:lnTo>
                        <a:pt x="17814" y="42260"/>
                      </a:lnTo>
                      <a:cubicBezTo>
                        <a:pt x="16700" y="43188"/>
                        <a:pt x="14845" y="43708"/>
                        <a:pt x="13509" y="44376"/>
                      </a:cubicBezTo>
                      <a:cubicBezTo>
                        <a:pt x="11913" y="45192"/>
                        <a:pt x="10243" y="45860"/>
                        <a:pt x="8610" y="46528"/>
                      </a:cubicBezTo>
                      <a:cubicBezTo>
                        <a:pt x="7497" y="47010"/>
                        <a:pt x="6198" y="47678"/>
                        <a:pt x="5011" y="47790"/>
                      </a:cubicBezTo>
                      <a:cubicBezTo>
                        <a:pt x="5006" y="47790"/>
                        <a:pt x="5002" y="47790"/>
                        <a:pt x="4997" y="47790"/>
                      </a:cubicBezTo>
                      <a:cubicBezTo>
                        <a:pt x="4613" y="47790"/>
                        <a:pt x="3520" y="46258"/>
                        <a:pt x="2969" y="45415"/>
                      </a:cubicBezTo>
                      <a:cubicBezTo>
                        <a:pt x="4751" y="45118"/>
                        <a:pt x="6903" y="43708"/>
                        <a:pt x="8276" y="43077"/>
                      </a:cubicBezTo>
                      <a:cubicBezTo>
                        <a:pt x="11431" y="41629"/>
                        <a:pt x="14511" y="40071"/>
                        <a:pt x="17554" y="38401"/>
                      </a:cubicBezTo>
                      <a:cubicBezTo>
                        <a:pt x="17702" y="38289"/>
                        <a:pt x="17851" y="38215"/>
                        <a:pt x="18036" y="38104"/>
                      </a:cubicBezTo>
                      <a:close/>
                      <a:moveTo>
                        <a:pt x="5991" y="1086"/>
                      </a:moveTo>
                      <a:cubicBezTo>
                        <a:pt x="10762" y="1086"/>
                        <a:pt x="15611" y="2157"/>
                        <a:pt x="20300" y="2812"/>
                      </a:cubicBezTo>
                      <a:cubicBezTo>
                        <a:pt x="24679" y="3406"/>
                        <a:pt x="29095" y="3777"/>
                        <a:pt x="33511" y="4185"/>
                      </a:cubicBezTo>
                      <a:cubicBezTo>
                        <a:pt x="37408" y="4519"/>
                        <a:pt x="41304" y="4853"/>
                        <a:pt x="45201" y="5261"/>
                      </a:cubicBezTo>
                      <a:cubicBezTo>
                        <a:pt x="47947" y="5521"/>
                        <a:pt x="50842" y="5632"/>
                        <a:pt x="53477" y="6486"/>
                      </a:cubicBezTo>
                      <a:lnTo>
                        <a:pt x="53625" y="6486"/>
                      </a:lnTo>
                      <a:cubicBezTo>
                        <a:pt x="53588" y="6560"/>
                        <a:pt x="53514" y="6634"/>
                        <a:pt x="53477" y="6709"/>
                      </a:cubicBezTo>
                      <a:cubicBezTo>
                        <a:pt x="53217" y="7154"/>
                        <a:pt x="52920" y="7599"/>
                        <a:pt x="52549" y="8045"/>
                      </a:cubicBezTo>
                      <a:cubicBezTo>
                        <a:pt x="51584" y="9306"/>
                        <a:pt x="50471" y="10494"/>
                        <a:pt x="49357" y="11681"/>
                      </a:cubicBezTo>
                      <a:cubicBezTo>
                        <a:pt x="47242" y="13908"/>
                        <a:pt x="44978" y="16432"/>
                        <a:pt x="42381" y="18027"/>
                      </a:cubicBezTo>
                      <a:cubicBezTo>
                        <a:pt x="42084" y="18176"/>
                        <a:pt x="42047" y="18584"/>
                        <a:pt x="42269" y="18844"/>
                      </a:cubicBezTo>
                      <a:cubicBezTo>
                        <a:pt x="44607" y="21367"/>
                        <a:pt x="47168" y="23668"/>
                        <a:pt x="49877" y="25783"/>
                      </a:cubicBezTo>
                      <a:cubicBezTo>
                        <a:pt x="54627" y="29420"/>
                        <a:pt x="60082" y="31053"/>
                        <a:pt x="65909" y="32166"/>
                      </a:cubicBezTo>
                      <a:cubicBezTo>
                        <a:pt x="71475" y="33205"/>
                        <a:pt x="77042" y="33910"/>
                        <a:pt x="82608" y="34504"/>
                      </a:cubicBezTo>
                      <a:cubicBezTo>
                        <a:pt x="80938" y="37176"/>
                        <a:pt x="79268" y="39848"/>
                        <a:pt x="77636" y="42483"/>
                      </a:cubicBezTo>
                      <a:cubicBezTo>
                        <a:pt x="76930" y="43596"/>
                        <a:pt x="76262" y="45452"/>
                        <a:pt x="74889" y="45749"/>
                      </a:cubicBezTo>
                      <a:cubicBezTo>
                        <a:pt x="74216" y="45891"/>
                        <a:pt x="73521" y="45939"/>
                        <a:pt x="72816" y="45939"/>
                      </a:cubicBezTo>
                      <a:cubicBezTo>
                        <a:pt x="71502" y="45939"/>
                        <a:pt x="70158" y="45773"/>
                        <a:pt x="68877" y="45749"/>
                      </a:cubicBezTo>
                      <a:cubicBezTo>
                        <a:pt x="68506" y="45749"/>
                        <a:pt x="68172" y="46194"/>
                        <a:pt x="68395" y="46528"/>
                      </a:cubicBezTo>
                      <a:cubicBezTo>
                        <a:pt x="69174" y="47567"/>
                        <a:pt x="69879" y="48643"/>
                        <a:pt x="70510" y="49757"/>
                      </a:cubicBezTo>
                      <a:cubicBezTo>
                        <a:pt x="70881" y="50425"/>
                        <a:pt x="71215" y="51130"/>
                        <a:pt x="71512" y="51835"/>
                      </a:cubicBezTo>
                      <a:cubicBezTo>
                        <a:pt x="71883" y="52688"/>
                        <a:pt x="71438" y="53022"/>
                        <a:pt x="70993" y="53764"/>
                      </a:cubicBezTo>
                      <a:cubicBezTo>
                        <a:pt x="69731" y="55805"/>
                        <a:pt x="68581" y="57921"/>
                        <a:pt x="67282" y="59999"/>
                      </a:cubicBezTo>
                      <a:cubicBezTo>
                        <a:pt x="66354" y="61446"/>
                        <a:pt x="65426" y="62894"/>
                        <a:pt x="64461" y="64341"/>
                      </a:cubicBezTo>
                      <a:cubicBezTo>
                        <a:pt x="64387" y="64452"/>
                        <a:pt x="64313" y="64564"/>
                        <a:pt x="64276" y="64712"/>
                      </a:cubicBezTo>
                      <a:cubicBezTo>
                        <a:pt x="61901" y="64304"/>
                        <a:pt x="59563" y="63747"/>
                        <a:pt x="57262" y="63079"/>
                      </a:cubicBezTo>
                      <a:cubicBezTo>
                        <a:pt x="47725" y="60259"/>
                        <a:pt x="39226" y="54024"/>
                        <a:pt x="31544" y="47901"/>
                      </a:cubicBezTo>
                      <a:cubicBezTo>
                        <a:pt x="27128" y="44450"/>
                        <a:pt x="22935" y="40739"/>
                        <a:pt x="18927" y="36842"/>
                      </a:cubicBezTo>
                      <a:cubicBezTo>
                        <a:pt x="18803" y="36743"/>
                        <a:pt x="18663" y="36677"/>
                        <a:pt x="18528" y="36677"/>
                      </a:cubicBezTo>
                      <a:cubicBezTo>
                        <a:pt x="18461" y="36677"/>
                        <a:pt x="18395" y="36694"/>
                        <a:pt x="18333" y="36731"/>
                      </a:cubicBezTo>
                      <a:cubicBezTo>
                        <a:pt x="18259" y="36731"/>
                        <a:pt x="18185" y="36768"/>
                        <a:pt x="18148" y="36842"/>
                      </a:cubicBezTo>
                      <a:cubicBezTo>
                        <a:pt x="15995" y="38364"/>
                        <a:pt x="13397" y="39440"/>
                        <a:pt x="11060" y="40590"/>
                      </a:cubicBezTo>
                      <a:cubicBezTo>
                        <a:pt x="8276" y="41963"/>
                        <a:pt x="5345" y="43670"/>
                        <a:pt x="2301" y="44450"/>
                      </a:cubicBezTo>
                      <a:cubicBezTo>
                        <a:pt x="2301" y="44450"/>
                        <a:pt x="2301" y="44450"/>
                        <a:pt x="2300" y="44450"/>
                      </a:cubicBezTo>
                      <a:cubicBezTo>
                        <a:pt x="2115" y="44450"/>
                        <a:pt x="1745" y="34651"/>
                        <a:pt x="1671" y="33502"/>
                      </a:cubicBezTo>
                      <a:cubicBezTo>
                        <a:pt x="1448" y="29160"/>
                        <a:pt x="1337" y="24818"/>
                        <a:pt x="1337" y="20477"/>
                      </a:cubicBezTo>
                      <a:cubicBezTo>
                        <a:pt x="1299" y="16060"/>
                        <a:pt x="1337" y="11607"/>
                        <a:pt x="1708" y="7154"/>
                      </a:cubicBezTo>
                      <a:cubicBezTo>
                        <a:pt x="1819" y="5670"/>
                        <a:pt x="2042" y="4185"/>
                        <a:pt x="2376" y="2701"/>
                      </a:cubicBezTo>
                      <a:cubicBezTo>
                        <a:pt x="2710" y="1253"/>
                        <a:pt x="3452" y="1142"/>
                        <a:pt x="4899" y="1105"/>
                      </a:cubicBezTo>
                      <a:cubicBezTo>
                        <a:pt x="5263" y="1092"/>
                        <a:pt x="5627" y="1086"/>
                        <a:pt x="5991" y="1086"/>
                      </a:cubicBezTo>
                      <a:close/>
                      <a:moveTo>
                        <a:pt x="83759" y="34653"/>
                      </a:moveTo>
                      <a:cubicBezTo>
                        <a:pt x="91329" y="35395"/>
                        <a:pt x="98900" y="35877"/>
                        <a:pt x="106507" y="36434"/>
                      </a:cubicBezTo>
                      <a:cubicBezTo>
                        <a:pt x="116490" y="37176"/>
                        <a:pt x="126695" y="38438"/>
                        <a:pt x="136567" y="40702"/>
                      </a:cubicBezTo>
                      <a:cubicBezTo>
                        <a:pt x="135454" y="41258"/>
                        <a:pt x="134489" y="42260"/>
                        <a:pt x="133487" y="43002"/>
                      </a:cubicBezTo>
                      <a:cubicBezTo>
                        <a:pt x="132225" y="43893"/>
                        <a:pt x="131594" y="46194"/>
                        <a:pt x="130035" y="46676"/>
                      </a:cubicBezTo>
                      <a:cubicBezTo>
                        <a:pt x="129120" y="46972"/>
                        <a:pt x="128119" y="47054"/>
                        <a:pt x="127093" y="47054"/>
                      </a:cubicBezTo>
                      <a:cubicBezTo>
                        <a:pt x="125818" y="47054"/>
                        <a:pt x="124506" y="46928"/>
                        <a:pt x="123271" y="46928"/>
                      </a:cubicBezTo>
                      <a:cubicBezTo>
                        <a:pt x="122882" y="46928"/>
                        <a:pt x="122501" y="46940"/>
                        <a:pt x="122131" y="46973"/>
                      </a:cubicBezTo>
                      <a:cubicBezTo>
                        <a:pt x="118605" y="47270"/>
                        <a:pt x="123615" y="50462"/>
                        <a:pt x="125397" y="51538"/>
                      </a:cubicBezTo>
                      <a:cubicBezTo>
                        <a:pt x="123652" y="54098"/>
                        <a:pt x="121982" y="56733"/>
                        <a:pt x="120424" y="59405"/>
                      </a:cubicBezTo>
                      <a:cubicBezTo>
                        <a:pt x="119459" y="61186"/>
                        <a:pt x="118568" y="63116"/>
                        <a:pt x="118309" y="65157"/>
                      </a:cubicBezTo>
                      <a:cubicBezTo>
                        <a:pt x="115488" y="65046"/>
                        <a:pt x="112668" y="65009"/>
                        <a:pt x="109847" y="65009"/>
                      </a:cubicBezTo>
                      <a:cubicBezTo>
                        <a:pt x="100242" y="65105"/>
                        <a:pt x="90575" y="66045"/>
                        <a:pt x="80967" y="66045"/>
                      </a:cubicBezTo>
                      <a:cubicBezTo>
                        <a:pt x="75763" y="66045"/>
                        <a:pt x="70576" y="65769"/>
                        <a:pt x="65426" y="64935"/>
                      </a:cubicBezTo>
                      <a:cubicBezTo>
                        <a:pt x="65463" y="64786"/>
                        <a:pt x="65538" y="64638"/>
                        <a:pt x="65612" y="64526"/>
                      </a:cubicBezTo>
                      <a:cubicBezTo>
                        <a:pt x="66948" y="62522"/>
                        <a:pt x="68247" y="60481"/>
                        <a:pt x="69545" y="58477"/>
                      </a:cubicBezTo>
                      <a:cubicBezTo>
                        <a:pt x="70102" y="57587"/>
                        <a:pt x="70659" y="56696"/>
                        <a:pt x="71178" y="55805"/>
                      </a:cubicBezTo>
                      <a:cubicBezTo>
                        <a:pt x="71735" y="54915"/>
                        <a:pt x="72923" y="53430"/>
                        <a:pt x="72774" y="52354"/>
                      </a:cubicBezTo>
                      <a:cubicBezTo>
                        <a:pt x="72551" y="50499"/>
                        <a:pt x="71178" y="48458"/>
                        <a:pt x="69991" y="46862"/>
                      </a:cubicBezTo>
                      <a:lnTo>
                        <a:pt x="69991" y="46862"/>
                      </a:lnTo>
                      <a:cubicBezTo>
                        <a:pt x="70789" y="46936"/>
                        <a:pt x="71596" y="46973"/>
                        <a:pt x="72403" y="46973"/>
                      </a:cubicBezTo>
                      <a:cubicBezTo>
                        <a:pt x="73210" y="46973"/>
                        <a:pt x="74017" y="46936"/>
                        <a:pt x="74815" y="46862"/>
                      </a:cubicBezTo>
                      <a:cubicBezTo>
                        <a:pt x="76411" y="46639"/>
                        <a:pt x="76782" y="45897"/>
                        <a:pt x="77561" y="44635"/>
                      </a:cubicBezTo>
                      <a:cubicBezTo>
                        <a:pt x="79640" y="41333"/>
                        <a:pt x="81681" y="38030"/>
                        <a:pt x="83759" y="34727"/>
                      </a:cubicBezTo>
                      <a:cubicBezTo>
                        <a:pt x="83759" y="34690"/>
                        <a:pt x="83759" y="34690"/>
                        <a:pt x="83759" y="34653"/>
                      </a:cubicBezTo>
                      <a:close/>
                      <a:moveTo>
                        <a:pt x="19038" y="38401"/>
                      </a:moveTo>
                      <a:lnTo>
                        <a:pt x="20077" y="39366"/>
                      </a:lnTo>
                      <a:cubicBezTo>
                        <a:pt x="25978" y="44969"/>
                        <a:pt x="32324" y="50091"/>
                        <a:pt x="39004" y="54766"/>
                      </a:cubicBezTo>
                      <a:cubicBezTo>
                        <a:pt x="43049" y="57661"/>
                        <a:pt x="47391" y="60147"/>
                        <a:pt x="51918" y="62226"/>
                      </a:cubicBezTo>
                      <a:cubicBezTo>
                        <a:pt x="55815" y="63896"/>
                        <a:pt x="59934" y="65083"/>
                        <a:pt x="64127" y="65751"/>
                      </a:cubicBezTo>
                      <a:cubicBezTo>
                        <a:pt x="64053" y="67087"/>
                        <a:pt x="64498" y="68720"/>
                        <a:pt x="64647" y="69944"/>
                      </a:cubicBezTo>
                      <a:cubicBezTo>
                        <a:pt x="61159" y="69796"/>
                        <a:pt x="57670" y="69239"/>
                        <a:pt x="54293" y="68275"/>
                      </a:cubicBezTo>
                      <a:cubicBezTo>
                        <a:pt x="49877" y="66976"/>
                        <a:pt x="45906" y="64526"/>
                        <a:pt x="42121" y="61929"/>
                      </a:cubicBezTo>
                      <a:cubicBezTo>
                        <a:pt x="37965" y="59108"/>
                        <a:pt x="33845" y="56288"/>
                        <a:pt x="29949" y="53059"/>
                      </a:cubicBezTo>
                      <a:cubicBezTo>
                        <a:pt x="28130" y="51501"/>
                        <a:pt x="26460" y="49831"/>
                        <a:pt x="24679" y="48235"/>
                      </a:cubicBezTo>
                      <a:cubicBezTo>
                        <a:pt x="22749" y="46491"/>
                        <a:pt x="20560" y="44932"/>
                        <a:pt x="19001" y="42817"/>
                      </a:cubicBezTo>
                      <a:cubicBezTo>
                        <a:pt x="18964" y="42780"/>
                        <a:pt x="18927" y="42743"/>
                        <a:pt x="18890" y="42706"/>
                      </a:cubicBezTo>
                      <a:cubicBezTo>
                        <a:pt x="18964" y="42631"/>
                        <a:pt x="18964" y="42520"/>
                        <a:pt x="18964" y="42409"/>
                      </a:cubicBezTo>
                      <a:cubicBezTo>
                        <a:pt x="18853" y="41555"/>
                        <a:pt x="19150" y="40739"/>
                        <a:pt x="19038" y="39885"/>
                      </a:cubicBezTo>
                      <a:cubicBezTo>
                        <a:pt x="19001" y="39403"/>
                        <a:pt x="19001" y="38883"/>
                        <a:pt x="19038" y="38401"/>
                      </a:cubicBezTo>
                      <a:close/>
                      <a:moveTo>
                        <a:pt x="109976" y="65888"/>
                      </a:moveTo>
                      <a:cubicBezTo>
                        <a:pt x="112743" y="65888"/>
                        <a:pt x="115510" y="65954"/>
                        <a:pt x="118271" y="66085"/>
                      </a:cubicBezTo>
                      <a:cubicBezTo>
                        <a:pt x="118420" y="67235"/>
                        <a:pt x="118754" y="68349"/>
                        <a:pt x="119236" y="69388"/>
                      </a:cubicBezTo>
                      <a:cubicBezTo>
                        <a:pt x="118754" y="69351"/>
                        <a:pt x="118271" y="69314"/>
                        <a:pt x="117752" y="69314"/>
                      </a:cubicBezTo>
                      <a:cubicBezTo>
                        <a:pt x="116240" y="69265"/>
                        <a:pt x="114731" y="69245"/>
                        <a:pt x="113223" y="69245"/>
                      </a:cubicBezTo>
                      <a:cubicBezTo>
                        <a:pt x="107843" y="69245"/>
                        <a:pt x="102481" y="69503"/>
                        <a:pt x="97119" y="69648"/>
                      </a:cubicBezTo>
                      <a:cubicBezTo>
                        <a:pt x="92368" y="69759"/>
                        <a:pt x="87618" y="70056"/>
                        <a:pt x="82905" y="70204"/>
                      </a:cubicBezTo>
                      <a:cubicBezTo>
                        <a:pt x="81692" y="70240"/>
                        <a:pt x="80480" y="70254"/>
                        <a:pt x="79270" y="70254"/>
                      </a:cubicBezTo>
                      <a:cubicBezTo>
                        <a:pt x="75449" y="70254"/>
                        <a:pt x="71644" y="70112"/>
                        <a:pt x="67838" y="70056"/>
                      </a:cubicBezTo>
                      <a:cubicBezTo>
                        <a:pt x="67133" y="70056"/>
                        <a:pt x="66391" y="70019"/>
                        <a:pt x="65686" y="69982"/>
                      </a:cubicBezTo>
                      <a:cubicBezTo>
                        <a:pt x="65575" y="68757"/>
                        <a:pt x="65129" y="67235"/>
                        <a:pt x="65204" y="65937"/>
                      </a:cubicBezTo>
                      <a:lnTo>
                        <a:pt x="65204" y="65937"/>
                      </a:lnTo>
                      <a:cubicBezTo>
                        <a:pt x="65946" y="66085"/>
                        <a:pt x="66688" y="66196"/>
                        <a:pt x="67430" y="66308"/>
                      </a:cubicBezTo>
                      <a:cubicBezTo>
                        <a:pt x="71958" y="66939"/>
                        <a:pt x="76522" y="67189"/>
                        <a:pt x="81087" y="67189"/>
                      </a:cubicBezTo>
                      <a:cubicBezTo>
                        <a:pt x="85651" y="67189"/>
                        <a:pt x="90216" y="66939"/>
                        <a:pt x="94743" y="66567"/>
                      </a:cubicBezTo>
                      <a:cubicBezTo>
                        <a:pt x="99812" y="66111"/>
                        <a:pt x="104896" y="65888"/>
                        <a:pt x="109976" y="65888"/>
                      </a:cubicBezTo>
                      <a:close/>
                      <a:moveTo>
                        <a:pt x="137940" y="41036"/>
                      </a:moveTo>
                      <a:cubicBezTo>
                        <a:pt x="141317" y="41815"/>
                        <a:pt x="144657" y="42743"/>
                        <a:pt x="147960" y="43819"/>
                      </a:cubicBezTo>
                      <a:cubicBezTo>
                        <a:pt x="159130" y="47456"/>
                        <a:pt x="169335" y="53876"/>
                        <a:pt x="177834" y="62003"/>
                      </a:cubicBezTo>
                      <a:cubicBezTo>
                        <a:pt x="179095" y="63228"/>
                        <a:pt x="180320" y="64489"/>
                        <a:pt x="181470" y="65788"/>
                      </a:cubicBezTo>
                      <a:cubicBezTo>
                        <a:pt x="180170" y="66255"/>
                        <a:pt x="178242" y="68129"/>
                        <a:pt x="177109" y="68129"/>
                      </a:cubicBezTo>
                      <a:cubicBezTo>
                        <a:pt x="176981" y="68129"/>
                        <a:pt x="176863" y="68105"/>
                        <a:pt x="176757" y="68052"/>
                      </a:cubicBezTo>
                      <a:cubicBezTo>
                        <a:pt x="175125" y="67273"/>
                        <a:pt x="173380" y="66011"/>
                        <a:pt x="171562" y="65751"/>
                      </a:cubicBezTo>
                      <a:cubicBezTo>
                        <a:pt x="171548" y="65749"/>
                        <a:pt x="171533" y="65749"/>
                        <a:pt x="171519" y="65749"/>
                      </a:cubicBezTo>
                      <a:cubicBezTo>
                        <a:pt x="171206" y="65749"/>
                        <a:pt x="170971" y="66135"/>
                        <a:pt x="171042" y="66419"/>
                      </a:cubicBezTo>
                      <a:cubicBezTo>
                        <a:pt x="171488" y="68089"/>
                        <a:pt x="172044" y="69722"/>
                        <a:pt x="172675" y="71318"/>
                      </a:cubicBezTo>
                      <a:cubicBezTo>
                        <a:pt x="173083" y="72431"/>
                        <a:pt x="170634" y="73322"/>
                        <a:pt x="169966" y="73730"/>
                      </a:cubicBezTo>
                      <a:cubicBezTo>
                        <a:pt x="168630" y="74583"/>
                        <a:pt x="167591" y="75845"/>
                        <a:pt x="166218" y="76550"/>
                      </a:cubicBezTo>
                      <a:cubicBezTo>
                        <a:pt x="166181" y="76587"/>
                        <a:pt x="166144" y="76587"/>
                        <a:pt x="166107" y="76624"/>
                      </a:cubicBezTo>
                      <a:cubicBezTo>
                        <a:pt x="151893" y="68905"/>
                        <a:pt x="135491" y="65862"/>
                        <a:pt x="119348" y="65157"/>
                      </a:cubicBezTo>
                      <a:cubicBezTo>
                        <a:pt x="119348" y="63079"/>
                        <a:pt x="120906" y="60704"/>
                        <a:pt x="121908" y="58997"/>
                      </a:cubicBezTo>
                      <a:cubicBezTo>
                        <a:pt x="123356" y="56473"/>
                        <a:pt x="124951" y="54024"/>
                        <a:pt x="126621" y="51612"/>
                      </a:cubicBezTo>
                      <a:cubicBezTo>
                        <a:pt x="126733" y="51352"/>
                        <a:pt x="126658" y="51018"/>
                        <a:pt x="126399" y="50870"/>
                      </a:cubicBezTo>
                      <a:cubicBezTo>
                        <a:pt x="125026" y="50091"/>
                        <a:pt x="123690" y="49237"/>
                        <a:pt x="122428" y="48272"/>
                      </a:cubicBezTo>
                      <a:cubicBezTo>
                        <a:pt x="122205" y="48124"/>
                        <a:pt x="122168" y="48012"/>
                        <a:pt x="122094" y="48012"/>
                      </a:cubicBezTo>
                      <a:cubicBezTo>
                        <a:pt x="122465" y="47975"/>
                        <a:pt x="122836" y="47938"/>
                        <a:pt x="123207" y="47938"/>
                      </a:cubicBezTo>
                      <a:cubicBezTo>
                        <a:pt x="123578" y="47926"/>
                        <a:pt x="123949" y="47922"/>
                        <a:pt x="124320" y="47922"/>
                      </a:cubicBezTo>
                      <a:cubicBezTo>
                        <a:pt x="125063" y="47922"/>
                        <a:pt x="125805" y="47938"/>
                        <a:pt x="126547" y="47938"/>
                      </a:cubicBezTo>
                      <a:cubicBezTo>
                        <a:pt x="127040" y="47938"/>
                        <a:pt x="127633" y="47972"/>
                        <a:pt x="128245" y="47972"/>
                      </a:cubicBezTo>
                      <a:cubicBezTo>
                        <a:pt x="129336" y="47972"/>
                        <a:pt x="130486" y="47865"/>
                        <a:pt x="131223" y="47270"/>
                      </a:cubicBezTo>
                      <a:cubicBezTo>
                        <a:pt x="133375" y="45563"/>
                        <a:pt x="134674" y="42260"/>
                        <a:pt x="137569" y="41444"/>
                      </a:cubicBezTo>
                      <a:cubicBezTo>
                        <a:pt x="137754" y="41407"/>
                        <a:pt x="137903" y="41221"/>
                        <a:pt x="137940" y="41036"/>
                      </a:cubicBezTo>
                      <a:close/>
                      <a:moveTo>
                        <a:pt x="119385" y="66159"/>
                      </a:moveTo>
                      <a:lnTo>
                        <a:pt x="119385" y="66159"/>
                      </a:lnTo>
                      <a:cubicBezTo>
                        <a:pt x="128885" y="66605"/>
                        <a:pt x="138274" y="68052"/>
                        <a:pt x="147477" y="70390"/>
                      </a:cubicBezTo>
                      <a:cubicBezTo>
                        <a:pt x="153935" y="72097"/>
                        <a:pt x="160169" y="74583"/>
                        <a:pt x="166033" y="77812"/>
                      </a:cubicBezTo>
                      <a:cubicBezTo>
                        <a:pt x="166329" y="79630"/>
                        <a:pt x="166589" y="81486"/>
                        <a:pt x="166886" y="83304"/>
                      </a:cubicBezTo>
                      <a:cubicBezTo>
                        <a:pt x="165179" y="82154"/>
                        <a:pt x="163398" y="81152"/>
                        <a:pt x="161579" y="80261"/>
                      </a:cubicBezTo>
                      <a:cubicBezTo>
                        <a:pt x="156644" y="77812"/>
                        <a:pt x="151411" y="76031"/>
                        <a:pt x="146141" y="74435"/>
                      </a:cubicBezTo>
                      <a:cubicBezTo>
                        <a:pt x="137606" y="71837"/>
                        <a:pt x="129219" y="69982"/>
                        <a:pt x="120387" y="69425"/>
                      </a:cubicBezTo>
                      <a:cubicBezTo>
                        <a:pt x="119941" y="68386"/>
                        <a:pt x="119607" y="67273"/>
                        <a:pt x="119385" y="66159"/>
                      </a:cubicBezTo>
                      <a:close/>
                      <a:moveTo>
                        <a:pt x="182287" y="66679"/>
                      </a:moveTo>
                      <a:cubicBezTo>
                        <a:pt x="188187" y="73470"/>
                        <a:pt x="193012" y="81337"/>
                        <a:pt x="197836" y="88945"/>
                      </a:cubicBezTo>
                      <a:lnTo>
                        <a:pt x="197836" y="88908"/>
                      </a:lnTo>
                      <a:cubicBezTo>
                        <a:pt x="202586" y="96441"/>
                        <a:pt x="208338" y="105311"/>
                        <a:pt x="217505" y="107760"/>
                      </a:cubicBezTo>
                      <a:cubicBezTo>
                        <a:pt x="218395" y="107982"/>
                        <a:pt x="220622" y="108502"/>
                        <a:pt x="219954" y="109838"/>
                      </a:cubicBezTo>
                      <a:cubicBezTo>
                        <a:pt x="219471" y="110766"/>
                        <a:pt x="218024" y="111248"/>
                        <a:pt x="217171" y="111545"/>
                      </a:cubicBezTo>
                      <a:cubicBezTo>
                        <a:pt x="215852" y="112002"/>
                        <a:pt x="214426" y="112201"/>
                        <a:pt x="212994" y="112201"/>
                      </a:cubicBezTo>
                      <a:cubicBezTo>
                        <a:pt x="211402" y="112201"/>
                        <a:pt x="209803" y="111955"/>
                        <a:pt x="208338" y="111545"/>
                      </a:cubicBezTo>
                      <a:cubicBezTo>
                        <a:pt x="203069" y="110098"/>
                        <a:pt x="198541" y="106127"/>
                        <a:pt x="194608" y="102453"/>
                      </a:cubicBezTo>
                      <a:cubicBezTo>
                        <a:pt x="189598" y="97777"/>
                        <a:pt x="185367" y="92359"/>
                        <a:pt x="180580" y="87461"/>
                      </a:cubicBezTo>
                      <a:cubicBezTo>
                        <a:pt x="176609" y="83378"/>
                        <a:pt x="172044" y="79890"/>
                        <a:pt x="167072" y="77144"/>
                      </a:cubicBezTo>
                      <a:cubicBezTo>
                        <a:pt x="167050" y="76984"/>
                        <a:pt x="167041" y="76928"/>
                        <a:pt x="167044" y="76928"/>
                      </a:cubicBezTo>
                      <a:lnTo>
                        <a:pt x="167044" y="76928"/>
                      </a:lnTo>
                      <a:cubicBezTo>
                        <a:pt x="167052" y="76928"/>
                        <a:pt x="167124" y="77224"/>
                        <a:pt x="167261" y="77224"/>
                      </a:cubicBezTo>
                      <a:cubicBezTo>
                        <a:pt x="167272" y="77224"/>
                        <a:pt x="167283" y="77222"/>
                        <a:pt x="167294" y="77218"/>
                      </a:cubicBezTo>
                      <a:cubicBezTo>
                        <a:pt x="167888" y="76810"/>
                        <a:pt x="168445" y="76327"/>
                        <a:pt x="168927" y="75808"/>
                      </a:cubicBezTo>
                      <a:cubicBezTo>
                        <a:pt x="170263" y="74620"/>
                        <a:pt x="171933" y="73952"/>
                        <a:pt x="173417" y="72950"/>
                      </a:cubicBezTo>
                      <a:cubicBezTo>
                        <a:pt x="173826" y="72728"/>
                        <a:pt x="174048" y="72245"/>
                        <a:pt x="173937" y="71800"/>
                      </a:cubicBezTo>
                      <a:cubicBezTo>
                        <a:pt x="173751" y="70204"/>
                        <a:pt x="172935" y="68571"/>
                        <a:pt x="172378" y="67013"/>
                      </a:cubicBezTo>
                      <a:lnTo>
                        <a:pt x="172378" y="67013"/>
                      </a:lnTo>
                      <a:cubicBezTo>
                        <a:pt x="173974" y="67458"/>
                        <a:pt x="175533" y="68720"/>
                        <a:pt x="177017" y="69314"/>
                      </a:cubicBezTo>
                      <a:cubicBezTo>
                        <a:pt x="177116" y="69355"/>
                        <a:pt x="177214" y="69373"/>
                        <a:pt x="177311" y="69373"/>
                      </a:cubicBezTo>
                      <a:cubicBezTo>
                        <a:pt x="177906" y="69373"/>
                        <a:pt x="178463" y="68683"/>
                        <a:pt x="178910" y="68460"/>
                      </a:cubicBezTo>
                      <a:cubicBezTo>
                        <a:pt x="179986" y="67903"/>
                        <a:pt x="180877" y="66939"/>
                        <a:pt x="182101" y="66753"/>
                      </a:cubicBezTo>
                      <a:cubicBezTo>
                        <a:pt x="182176" y="66716"/>
                        <a:pt x="182213" y="66716"/>
                        <a:pt x="182287" y="66679"/>
                      </a:cubicBezTo>
                      <a:close/>
                      <a:moveTo>
                        <a:pt x="167220" y="78480"/>
                      </a:moveTo>
                      <a:lnTo>
                        <a:pt x="167220" y="78480"/>
                      </a:lnTo>
                      <a:cubicBezTo>
                        <a:pt x="168408" y="79148"/>
                        <a:pt x="169558" y="79890"/>
                        <a:pt x="170671" y="80632"/>
                      </a:cubicBezTo>
                      <a:cubicBezTo>
                        <a:pt x="179578" y="86533"/>
                        <a:pt x="185664" y="95365"/>
                        <a:pt x="193272" y="102713"/>
                      </a:cubicBezTo>
                      <a:cubicBezTo>
                        <a:pt x="198690" y="107945"/>
                        <a:pt x="205147" y="113178"/>
                        <a:pt x="213014" y="113252"/>
                      </a:cubicBezTo>
                      <a:cubicBezTo>
                        <a:pt x="214833" y="113252"/>
                        <a:pt x="217134" y="112955"/>
                        <a:pt x="218915" y="112027"/>
                      </a:cubicBezTo>
                      <a:lnTo>
                        <a:pt x="218915" y="112027"/>
                      </a:lnTo>
                      <a:cubicBezTo>
                        <a:pt x="216893" y="114736"/>
                        <a:pt x="212657" y="115406"/>
                        <a:pt x="209421" y="115406"/>
                      </a:cubicBezTo>
                      <a:cubicBezTo>
                        <a:pt x="209332" y="115406"/>
                        <a:pt x="209243" y="115405"/>
                        <a:pt x="209155" y="115404"/>
                      </a:cubicBezTo>
                      <a:lnTo>
                        <a:pt x="209118" y="115404"/>
                      </a:lnTo>
                      <a:cubicBezTo>
                        <a:pt x="209066" y="115405"/>
                        <a:pt x="209013" y="115405"/>
                        <a:pt x="208961" y="115405"/>
                      </a:cubicBezTo>
                      <a:cubicBezTo>
                        <a:pt x="204118" y="115405"/>
                        <a:pt x="199429" y="113701"/>
                        <a:pt x="195721" y="110617"/>
                      </a:cubicBezTo>
                      <a:cubicBezTo>
                        <a:pt x="188521" y="104568"/>
                        <a:pt x="182732" y="96924"/>
                        <a:pt x="175904" y="90504"/>
                      </a:cubicBezTo>
                      <a:cubicBezTo>
                        <a:pt x="173455" y="88128"/>
                        <a:pt x="170783" y="85939"/>
                        <a:pt x="167962" y="84009"/>
                      </a:cubicBezTo>
                      <a:cubicBezTo>
                        <a:pt x="168036" y="83898"/>
                        <a:pt x="168036" y="83749"/>
                        <a:pt x="168036" y="83638"/>
                      </a:cubicBezTo>
                      <a:cubicBezTo>
                        <a:pt x="167814" y="82228"/>
                        <a:pt x="167591" y="80818"/>
                        <a:pt x="167368" y="79408"/>
                      </a:cubicBezTo>
                      <a:cubicBezTo>
                        <a:pt x="167331" y="79111"/>
                        <a:pt x="167257" y="78777"/>
                        <a:pt x="167220" y="78480"/>
                      </a:cubicBezTo>
                      <a:close/>
                      <a:moveTo>
                        <a:pt x="4929" y="1"/>
                      </a:moveTo>
                      <a:cubicBezTo>
                        <a:pt x="3493" y="1"/>
                        <a:pt x="2116" y="308"/>
                        <a:pt x="1559" y="1736"/>
                      </a:cubicBezTo>
                      <a:cubicBezTo>
                        <a:pt x="446" y="4519"/>
                        <a:pt x="557" y="8082"/>
                        <a:pt x="409" y="11013"/>
                      </a:cubicBezTo>
                      <a:cubicBezTo>
                        <a:pt x="1" y="19697"/>
                        <a:pt x="557" y="28307"/>
                        <a:pt x="743" y="36991"/>
                      </a:cubicBezTo>
                      <a:cubicBezTo>
                        <a:pt x="743" y="38030"/>
                        <a:pt x="223" y="44710"/>
                        <a:pt x="1671" y="45415"/>
                      </a:cubicBezTo>
                      <a:cubicBezTo>
                        <a:pt x="1671" y="45489"/>
                        <a:pt x="1708" y="45526"/>
                        <a:pt x="1745" y="45563"/>
                      </a:cubicBezTo>
                      <a:cubicBezTo>
                        <a:pt x="2487" y="46565"/>
                        <a:pt x="3378" y="48087"/>
                        <a:pt x="4528" y="48717"/>
                      </a:cubicBezTo>
                      <a:cubicBezTo>
                        <a:pt x="4724" y="48823"/>
                        <a:pt x="4942" y="48867"/>
                        <a:pt x="5173" y="48867"/>
                      </a:cubicBezTo>
                      <a:cubicBezTo>
                        <a:pt x="5996" y="48867"/>
                        <a:pt x="6979" y="48318"/>
                        <a:pt x="7645" y="48087"/>
                      </a:cubicBezTo>
                      <a:cubicBezTo>
                        <a:pt x="9575" y="47344"/>
                        <a:pt x="11468" y="46528"/>
                        <a:pt x="13360" y="45674"/>
                      </a:cubicBezTo>
                      <a:cubicBezTo>
                        <a:pt x="14882" y="44932"/>
                        <a:pt x="16700" y="44338"/>
                        <a:pt x="18110" y="43374"/>
                      </a:cubicBezTo>
                      <a:cubicBezTo>
                        <a:pt x="19892" y="45786"/>
                        <a:pt x="22378" y="47567"/>
                        <a:pt x="24531" y="49534"/>
                      </a:cubicBezTo>
                      <a:cubicBezTo>
                        <a:pt x="27091" y="51872"/>
                        <a:pt x="29578" y="54173"/>
                        <a:pt x="32287" y="56288"/>
                      </a:cubicBezTo>
                      <a:cubicBezTo>
                        <a:pt x="37148" y="60185"/>
                        <a:pt x="42306" y="63636"/>
                        <a:pt x="47725" y="66679"/>
                      </a:cubicBezTo>
                      <a:cubicBezTo>
                        <a:pt x="53031" y="69536"/>
                        <a:pt x="58746" y="70650"/>
                        <a:pt x="64684" y="71021"/>
                      </a:cubicBezTo>
                      <a:cubicBezTo>
                        <a:pt x="64758" y="71058"/>
                        <a:pt x="64870" y="71058"/>
                        <a:pt x="64944" y="71058"/>
                      </a:cubicBezTo>
                      <a:lnTo>
                        <a:pt x="65389" y="71058"/>
                      </a:lnTo>
                      <a:cubicBezTo>
                        <a:pt x="69289" y="71253"/>
                        <a:pt x="73201" y="71347"/>
                        <a:pt x="77111" y="71347"/>
                      </a:cubicBezTo>
                      <a:cubicBezTo>
                        <a:pt x="79899" y="71347"/>
                        <a:pt x="82686" y="71299"/>
                        <a:pt x="85466" y="71206"/>
                      </a:cubicBezTo>
                      <a:cubicBezTo>
                        <a:pt x="94517" y="70900"/>
                        <a:pt x="103569" y="70343"/>
                        <a:pt x="112620" y="70343"/>
                      </a:cubicBezTo>
                      <a:cubicBezTo>
                        <a:pt x="114553" y="70343"/>
                        <a:pt x="116487" y="70368"/>
                        <a:pt x="118420" y="70427"/>
                      </a:cubicBezTo>
                      <a:cubicBezTo>
                        <a:pt x="128588" y="70724"/>
                        <a:pt x="138200" y="73062"/>
                        <a:pt x="147886" y="76105"/>
                      </a:cubicBezTo>
                      <a:cubicBezTo>
                        <a:pt x="157126" y="78999"/>
                        <a:pt x="165624" y="82785"/>
                        <a:pt x="172972" y="89205"/>
                      </a:cubicBezTo>
                      <a:cubicBezTo>
                        <a:pt x="178984" y="94437"/>
                        <a:pt x="184142" y="100523"/>
                        <a:pt x="189672" y="106238"/>
                      </a:cubicBezTo>
                      <a:cubicBezTo>
                        <a:pt x="194496" y="111211"/>
                        <a:pt x="199246" y="115442"/>
                        <a:pt x="206446" y="116295"/>
                      </a:cubicBezTo>
                      <a:cubicBezTo>
                        <a:pt x="207390" y="116407"/>
                        <a:pt x="208433" y="116477"/>
                        <a:pt x="209515" y="116477"/>
                      </a:cubicBezTo>
                      <a:cubicBezTo>
                        <a:pt x="214176" y="116477"/>
                        <a:pt x="219570" y="115183"/>
                        <a:pt x="220956" y="110395"/>
                      </a:cubicBezTo>
                      <a:cubicBezTo>
                        <a:pt x="220956" y="110358"/>
                        <a:pt x="220956" y="110320"/>
                        <a:pt x="220956" y="110283"/>
                      </a:cubicBezTo>
                      <a:cubicBezTo>
                        <a:pt x="222143" y="108316"/>
                        <a:pt x="219137" y="107092"/>
                        <a:pt x="217764" y="106721"/>
                      </a:cubicBezTo>
                      <a:cubicBezTo>
                        <a:pt x="207856" y="104086"/>
                        <a:pt x="202289" y="93918"/>
                        <a:pt x="197131" y="85902"/>
                      </a:cubicBezTo>
                      <a:cubicBezTo>
                        <a:pt x="191342" y="76810"/>
                        <a:pt x="185404" y="67644"/>
                        <a:pt x="177500" y="60222"/>
                      </a:cubicBezTo>
                      <a:cubicBezTo>
                        <a:pt x="169521" y="52762"/>
                        <a:pt x="160095" y="46973"/>
                        <a:pt x="149815" y="43299"/>
                      </a:cubicBezTo>
                      <a:cubicBezTo>
                        <a:pt x="137086" y="38809"/>
                        <a:pt x="123281" y="36916"/>
                        <a:pt x="109884" y="35655"/>
                      </a:cubicBezTo>
                      <a:cubicBezTo>
                        <a:pt x="103130" y="34987"/>
                        <a:pt x="96339" y="34764"/>
                        <a:pt x="89548" y="34207"/>
                      </a:cubicBezTo>
                      <a:cubicBezTo>
                        <a:pt x="82497" y="33651"/>
                        <a:pt x="75520" y="32649"/>
                        <a:pt x="68506" y="31498"/>
                      </a:cubicBezTo>
                      <a:cubicBezTo>
                        <a:pt x="62495" y="30533"/>
                        <a:pt x="56408" y="29197"/>
                        <a:pt x="51361" y="25598"/>
                      </a:cubicBezTo>
                      <a:cubicBezTo>
                        <a:pt x="49803" y="24447"/>
                        <a:pt x="48318" y="23260"/>
                        <a:pt x="46945" y="21961"/>
                      </a:cubicBezTo>
                      <a:cubicBezTo>
                        <a:pt x="50174" y="19437"/>
                        <a:pt x="52734" y="16432"/>
                        <a:pt x="55518" y="13389"/>
                      </a:cubicBezTo>
                      <a:cubicBezTo>
                        <a:pt x="56446" y="12424"/>
                        <a:pt x="56186" y="11347"/>
                        <a:pt x="55926" y="10160"/>
                      </a:cubicBezTo>
                      <a:cubicBezTo>
                        <a:pt x="55703" y="8824"/>
                        <a:pt x="55444" y="7154"/>
                        <a:pt x="54627" y="6041"/>
                      </a:cubicBezTo>
                      <a:cubicBezTo>
                        <a:pt x="54070" y="4816"/>
                        <a:pt x="50397" y="4816"/>
                        <a:pt x="49432" y="4668"/>
                      </a:cubicBezTo>
                      <a:cubicBezTo>
                        <a:pt x="45053" y="4111"/>
                        <a:pt x="40674" y="3740"/>
                        <a:pt x="36295" y="3369"/>
                      </a:cubicBezTo>
                      <a:cubicBezTo>
                        <a:pt x="31916" y="2998"/>
                        <a:pt x="27499" y="2664"/>
                        <a:pt x="23083" y="2107"/>
                      </a:cubicBezTo>
                      <a:cubicBezTo>
                        <a:pt x="17776" y="1476"/>
                        <a:pt x="12507" y="511"/>
                        <a:pt x="7163" y="140"/>
                      </a:cubicBezTo>
                      <a:cubicBezTo>
                        <a:pt x="6478" y="89"/>
                        <a:pt x="5695" y="1"/>
                        <a:pt x="4929" y="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cap="flat" cmpd="sng" w="9525">
                  <a:solidFill>
                    <a:srgbClr val="59595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" name="Google Shape;90;p5"/>
                <p:cNvSpPr/>
                <p:nvPr/>
              </p:nvSpPr>
              <p:spPr>
                <a:xfrm>
                  <a:off x="5174321" y="3090550"/>
                  <a:ext cx="44717" cy="29192"/>
                </a:xfrm>
                <a:custGeom>
                  <a:rect b="b" l="l" r="r" t="t"/>
                  <a:pathLst>
                    <a:path extrusionOk="0" h="1602" w="2460">
                      <a:moveTo>
                        <a:pt x="704" y="0"/>
                      </a:moveTo>
                      <a:cubicBezTo>
                        <a:pt x="331" y="0"/>
                        <a:pt x="0" y="477"/>
                        <a:pt x="348" y="795"/>
                      </a:cubicBezTo>
                      <a:cubicBezTo>
                        <a:pt x="719" y="1092"/>
                        <a:pt x="1127" y="1352"/>
                        <a:pt x="1535" y="1538"/>
                      </a:cubicBezTo>
                      <a:cubicBezTo>
                        <a:pt x="1619" y="1582"/>
                        <a:pt x="1700" y="1602"/>
                        <a:pt x="1775" y="1602"/>
                      </a:cubicBezTo>
                      <a:cubicBezTo>
                        <a:pt x="2204" y="1602"/>
                        <a:pt x="2459" y="974"/>
                        <a:pt x="2018" y="721"/>
                      </a:cubicBezTo>
                      <a:cubicBezTo>
                        <a:pt x="1647" y="573"/>
                        <a:pt x="1313" y="387"/>
                        <a:pt x="1016" y="128"/>
                      </a:cubicBezTo>
                      <a:cubicBezTo>
                        <a:pt x="918" y="38"/>
                        <a:pt x="809" y="0"/>
                        <a:pt x="704" y="0"/>
                      </a:cubicBezTo>
                      <a:close/>
                    </a:path>
                  </a:pathLst>
                </a:custGeom>
                <a:solidFill>
                  <a:srgbClr val="93458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" name="Google Shape;91;p5"/>
                <p:cNvSpPr/>
                <p:nvPr/>
              </p:nvSpPr>
              <p:spPr>
                <a:xfrm>
                  <a:off x="5230507" y="3070943"/>
                  <a:ext cx="48770" cy="32746"/>
                </a:xfrm>
                <a:custGeom>
                  <a:rect b="b" l="l" r="r" t="t"/>
                  <a:pathLst>
                    <a:path extrusionOk="0" h="1797" w="2683">
                      <a:moveTo>
                        <a:pt x="707" y="1"/>
                      </a:moveTo>
                      <a:cubicBezTo>
                        <a:pt x="269" y="1"/>
                        <a:pt x="1" y="614"/>
                        <a:pt x="448" y="870"/>
                      </a:cubicBezTo>
                      <a:cubicBezTo>
                        <a:pt x="894" y="1055"/>
                        <a:pt x="1339" y="1315"/>
                        <a:pt x="1673" y="1649"/>
                      </a:cubicBezTo>
                      <a:cubicBezTo>
                        <a:pt x="1777" y="1753"/>
                        <a:pt x="1893" y="1796"/>
                        <a:pt x="2004" y="1796"/>
                      </a:cubicBezTo>
                      <a:cubicBezTo>
                        <a:pt x="2370" y="1796"/>
                        <a:pt x="2682" y="1331"/>
                        <a:pt x="2341" y="1018"/>
                      </a:cubicBezTo>
                      <a:cubicBezTo>
                        <a:pt x="1933" y="610"/>
                        <a:pt x="1450" y="276"/>
                        <a:pt x="931" y="53"/>
                      </a:cubicBezTo>
                      <a:cubicBezTo>
                        <a:pt x="853" y="17"/>
                        <a:pt x="778" y="1"/>
                        <a:pt x="707" y="1"/>
                      </a:cubicBezTo>
                      <a:close/>
                    </a:path>
                  </a:pathLst>
                </a:custGeom>
                <a:solidFill>
                  <a:srgbClr val="93458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" name="Google Shape;92;p5"/>
                <p:cNvSpPr/>
                <p:nvPr/>
              </p:nvSpPr>
              <p:spPr>
                <a:xfrm>
                  <a:off x="3009526" y="2650914"/>
                  <a:ext cx="63349" cy="41584"/>
                </a:xfrm>
                <a:custGeom>
                  <a:rect b="b" l="l" r="r" t="t"/>
                  <a:pathLst>
                    <a:path extrusionOk="0" h="2282" w="3485">
                      <a:moveTo>
                        <a:pt x="619" y="0"/>
                      </a:moveTo>
                      <a:cubicBezTo>
                        <a:pt x="249" y="0"/>
                        <a:pt x="0" y="600"/>
                        <a:pt x="427" y="874"/>
                      </a:cubicBezTo>
                      <a:cubicBezTo>
                        <a:pt x="1132" y="1431"/>
                        <a:pt x="1911" y="1876"/>
                        <a:pt x="2728" y="2247"/>
                      </a:cubicBezTo>
                      <a:cubicBezTo>
                        <a:pt x="2787" y="2271"/>
                        <a:pt x="2842" y="2281"/>
                        <a:pt x="2894" y="2281"/>
                      </a:cubicBezTo>
                      <a:cubicBezTo>
                        <a:pt x="3330" y="2281"/>
                        <a:pt x="3485" y="1522"/>
                        <a:pt x="2987" y="1357"/>
                      </a:cubicBezTo>
                      <a:cubicBezTo>
                        <a:pt x="2245" y="1023"/>
                        <a:pt x="1503" y="577"/>
                        <a:pt x="872" y="95"/>
                      </a:cubicBezTo>
                      <a:cubicBezTo>
                        <a:pt x="786" y="28"/>
                        <a:pt x="700" y="0"/>
                        <a:pt x="619" y="0"/>
                      </a:cubicBezTo>
                      <a:close/>
                    </a:path>
                  </a:pathLst>
                </a:custGeom>
                <a:solidFill>
                  <a:srgbClr val="93458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" name="Google Shape;93;p5"/>
                <p:cNvSpPr/>
                <p:nvPr/>
              </p:nvSpPr>
              <p:spPr>
                <a:xfrm>
                  <a:off x="3069584" y="2638468"/>
                  <a:ext cx="44917" cy="33365"/>
                </a:xfrm>
                <a:custGeom>
                  <a:rect b="b" l="l" r="r" t="t"/>
                  <a:pathLst>
                    <a:path extrusionOk="0" h="1831" w="2471">
                      <a:moveTo>
                        <a:pt x="657" y="0"/>
                      </a:moveTo>
                      <a:cubicBezTo>
                        <a:pt x="300" y="0"/>
                        <a:pt x="1" y="473"/>
                        <a:pt x="314" y="815"/>
                      </a:cubicBezTo>
                      <a:lnTo>
                        <a:pt x="351" y="815"/>
                      </a:lnTo>
                      <a:cubicBezTo>
                        <a:pt x="685" y="1186"/>
                        <a:pt x="1094" y="1520"/>
                        <a:pt x="1539" y="1780"/>
                      </a:cubicBezTo>
                      <a:cubicBezTo>
                        <a:pt x="1609" y="1815"/>
                        <a:pt x="1678" y="1830"/>
                        <a:pt x="1744" y="1830"/>
                      </a:cubicBezTo>
                      <a:cubicBezTo>
                        <a:pt x="2170" y="1830"/>
                        <a:pt x="2471" y="1188"/>
                        <a:pt x="2021" y="963"/>
                      </a:cubicBezTo>
                      <a:cubicBezTo>
                        <a:pt x="1613" y="741"/>
                        <a:pt x="1279" y="481"/>
                        <a:pt x="982" y="147"/>
                      </a:cubicBezTo>
                      <a:cubicBezTo>
                        <a:pt x="879" y="43"/>
                        <a:pt x="765" y="0"/>
                        <a:pt x="657" y="0"/>
                      </a:cubicBezTo>
                      <a:close/>
                    </a:path>
                  </a:pathLst>
                </a:custGeom>
                <a:solidFill>
                  <a:srgbClr val="93458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" name="Google Shape;94;p5"/>
                <p:cNvSpPr/>
                <p:nvPr/>
              </p:nvSpPr>
              <p:spPr>
                <a:xfrm>
                  <a:off x="3880173" y="3077449"/>
                  <a:ext cx="111264" cy="42659"/>
                </a:xfrm>
                <a:custGeom>
                  <a:rect b="b" l="l" r="r" t="t"/>
                  <a:pathLst>
                    <a:path extrusionOk="0" h="2341" w="6121">
                      <a:moveTo>
                        <a:pt x="720" y="1"/>
                      </a:moveTo>
                      <a:cubicBezTo>
                        <a:pt x="303" y="1"/>
                        <a:pt x="0" y="596"/>
                        <a:pt x="439" y="847"/>
                      </a:cubicBezTo>
                      <a:cubicBezTo>
                        <a:pt x="1219" y="1292"/>
                        <a:pt x="2035" y="1626"/>
                        <a:pt x="2889" y="1848"/>
                      </a:cubicBezTo>
                      <a:cubicBezTo>
                        <a:pt x="3297" y="1960"/>
                        <a:pt x="3705" y="2145"/>
                        <a:pt x="4150" y="2220"/>
                      </a:cubicBezTo>
                      <a:cubicBezTo>
                        <a:pt x="4558" y="2294"/>
                        <a:pt x="5078" y="2257"/>
                        <a:pt x="5523" y="2331"/>
                      </a:cubicBezTo>
                      <a:cubicBezTo>
                        <a:pt x="5557" y="2337"/>
                        <a:pt x="5589" y="2340"/>
                        <a:pt x="5619" y="2340"/>
                      </a:cubicBezTo>
                      <a:cubicBezTo>
                        <a:pt x="6119" y="2340"/>
                        <a:pt x="6121" y="1508"/>
                        <a:pt x="5560" y="1403"/>
                      </a:cubicBezTo>
                      <a:cubicBezTo>
                        <a:pt x="5189" y="1366"/>
                        <a:pt x="4818" y="1329"/>
                        <a:pt x="4447" y="1329"/>
                      </a:cubicBezTo>
                      <a:cubicBezTo>
                        <a:pt x="4039" y="1255"/>
                        <a:pt x="3594" y="1106"/>
                        <a:pt x="3185" y="958"/>
                      </a:cubicBezTo>
                      <a:cubicBezTo>
                        <a:pt x="2406" y="772"/>
                        <a:pt x="1664" y="475"/>
                        <a:pt x="959" y="67"/>
                      </a:cubicBezTo>
                      <a:cubicBezTo>
                        <a:pt x="878" y="21"/>
                        <a:pt x="797" y="1"/>
                        <a:pt x="720" y="1"/>
                      </a:cubicBezTo>
                      <a:close/>
                    </a:path>
                  </a:pathLst>
                </a:custGeom>
                <a:solidFill>
                  <a:srgbClr val="93458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" name="Google Shape;95;p5"/>
                <p:cNvSpPr/>
                <p:nvPr/>
              </p:nvSpPr>
              <p:spPr>
                <a:xfrm>
                  <a:off x="3965480" y="3052320"/>
                  <a:ext cx="76073" cy="31762"/>
                </a:xfrm>
                <a:custGeom>
                  <a:rect b="b" l="l" r="r" t="t"/>
                  <a:pathLst>
                    <a:path extrusionOk="0" h="1743" w="4185">
                      <a:moveTo>
                        <a:pt x="620" y="1"/>
                      </a:moveTo>
                      <a:cubicBezTo>
                        <a:pt x="182" y="1"/>
                        <a:pt x="1" y="728"/>
                        <a:pt x="496" y="927"/>
                      </a:cubicBezTo>
                      <a:lnTo>
                        <a:pt x="496" y="964"/>
                      </a:lnTo>
                      <a:cubicBezTo>
                        <a:pt x="1361" y="1284"/>
                        <a:pt x="2226" y="1743"/>
                        <a:pt x="3163" y="1743"/>
                      </a:cubicBezTo>
                      <a:cubicBezTo>
                        <a:pt x="3311" y="1743"/>
                        <a:pt x="3461" y="1731"/>
                        <a:pt x="3614" y="1706"/>
                      </a:cubicBezTo>
                      <a:cubicBezTo>
                        <a:pt x="4185" y="1635"/>
                        <a:pt x="4035" y="774"/>
                        <a:pt x="3495" y="774"/>
                      </a:cubicBezTo>
                      <a:cubicBezTo>
                        <a:pt x="3473" y="774"/>
                        <a:pt x="3451" y="775"/>
                        <a:pt x="3428" y="778"/>
                      </a:cubicBezTo>
                      <a:cubicBezTo>
                        <a:pt x="3327" y="795"/>
                        <a:pt x="3224" y="803"/>
                        <a:pt x="3122" y="803"/>
                      </a:cubicBezTo>
                      <a:cubicBezTo>
                        <a:pt x="2320" y="803"/>
                        <a:pt x="1484" y="332"/>
                        <a:pt x="793" y="36"/>
                      </a:cubicBezTo>
                      <a:cubicBezTo>
                        <a:pt x="732" y="12"/>
                        <a:pt x="674" y="1"/>
                        <a:pt x="620" y="1"/>
                      </a:cubicBezTo>
                      <a:close/>
                    </a:path>
                  </a:pathLst>
                </a:custGeom>
                <a:solidFill>
                  <a:srgbClr val="93458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" name="Google Shape;96;p5"/>
                <p:cNvSpPr/>
                <p:nvPr/>
              </p:nvSpPr>
              <p:spPr>
                <a:xfrm>
                  <a:off x="4018432" y="3033059"/>
                  <a:ext cx="50315" cy="24199"/>
                </a:xfrm>
                <a:custGeom>
                  <a:rect b="b" l="l" r="r" t="t"/>
                  <a:pathLst>
                    <a:path extrusionOk="0" h="1328" w="2768">
                      <a:moveTo>
                        <a:pt x="689" y="0"/>
                      </a:moveTo>
                      <a:cubicBezTo>
                        <a:pt x="215" y="0"/>
                        <a:pt x="1" y="770"/>
                        <a:pt x="515" y="907"/>
                      </a:cubicBezTo>
                      <a:lnTo>
                        <a:pt x="515" y="945"/>
                      </a:lnTo>
                      <a:cubicBezTo>
                        <a:pt x="1011" y="1077"/>
                        <a:pt x="1537" y="1327"/>
                        <a:pt x="2040" y="1327"/>
                      </a:cubicBezTo>
                      <a:cubicBezTo>
                        <a:pt x="2101" y="1327"/>
                        <a:pt x="2162" y="1324"/>
                        <a:pt x="2222" y="1316"/>
                      </a:cubicBezTo>
                      <a:cubicBezTo>
                        <a:pt x="2767" y="1243"/>
                        <a:pt x="2601" y="387"/>
                        <a:pt x="2070" y="387"/>
                      </a:cubicBezTo>
                      <a:cubicBezTo>
                        <a:pt x="2059" y="387"/>
                        <a:pt x="2048" y="387"/>
                        <a:pt x="2037" y="388"/>
                      </a:cubicBezTo>
                      <a:lnTo>
                        <a:pt x="1925" y="388"/>
                      </a:lnTo>
                      <a:lnTo>
                        <a:pt x="1591" y="277"/>
                      </a:lnTo>
                      <a:cubicBezTo>
                        <a:pt x="1331" y="202"/>
                        <a:pt x="1109" y="91"/>
                        <a:pt x="812" y="17"/>
                      </a:cubicBezTo>
                      <a:cubicBezTo>
                        <a:pt x="769" y="5"/>
                        <a:pt x="728" y="0"/>
                        <a:pt x="689" y="0"/>
                      </a:cubicBezTo>
                      <a:close/>
                    </a:path>
                  </a:pathLst>
                </a:custGeom>
                <a:solidFill>
                  <a:srgbClr val="93458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" name="Google Shape;97;p5"/>
                <p:cNvSpPr/>
                <p:nvPr/>
              </p:nvSpPr>
              <p:spPr>
                <a:xfrm>
                  <a:off x="4477722" y="2701318"/>
                  <a:ext cx="75582" cy="16929"/>
                </a:xfrm>
                <a:custGeom>
                  <a:rect b="b" l="l" r="r" t="t"/>
                  <a:pathLst>
                    <a:path extrusionOk="0" h="929" w="4158">
                      <a:moveTo>
                        <a:pt x="632" y="1"/>
                      </a:moveTo>
                      <a:cubicBezTo>
                        <a:pt x="1" y="1"/>
                        <a:pt x="1" y="928"/>
                        <a:pt x="632" y="928"/>
                      </a:cubicBezTo>
                      <a:lnTo>
                        <a:pt x="3526" y="928"/>
                      </a:lnTo>
                      <a:cubicBezTo>
                        <a:pt x="4157" y="928"/>
                        <a:pt x="4157" y="1"/>
                        <a:pt x="3526" y="1"/>
                      </a:cubicBezTo>
                      <a:close/>
                    </a:path>
                  </a:pathLst>
                </a:custGeom>
                <a:solidFill>
                  <a:srgbClr val="93458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" name="Google Shape;98;p5"/>
                <p:cNvSpPr/>
                <p:nvPr/>
              </p:nvSpPr>
              <p:spPr>
                <a:xfrm>
                  <a:off x="4530346" y="2669265"/>
                  <a:ext cx="59404" cy="20063"/>
                </a:xfrm>
                <a:custGeom>
                  <a:rect b="b" l="l" r="r" t="t"/>
                  <a:pathLst>
                    <a:path extrusionOk="0" h="1101" w="3268">
                      <a:moveTo>
                        <a:pt x="1944" y="0"/>
                      </a:moveTo>
                      <a:cubicBezTo>
                        <a:pt x="1890" y="0"/>
                        <a:pt x="1836" y="5"/>
                        <a:pt x="1782" y="16"/>
                      </a:cubicBezTo>
                      <a:lnTo>
                        <a:pt x="631" y="16"/>
                      </a:lnTo>
                      <a:cubicBezTo>
                        <a:pt x="0" y="16"/>
                        <a:pt x="0" y="943"/>
                        <a:pt x="631" y="943"/>
                      </a:cubicBezTo>
                      <a:lnTo>
                        <a:pt x="1559" y="943"/>
                      </a:lnTo>
                      <a:cubicBezTo>
                        <a:pt x="1633" y="925"/>
                        <a:pt x="1707" y="915"/>
                        <a:pt x="1777" y="915"/>
                      </a:cubicBezTo>
                      <a:cubicBezTo>
                        <a:pt x="1847" y="915"/>
                        <a:pt x="1911" y="925"/>
                        <a:pt x="1967" y="943"/>
                      </a:cubicBezTo>
                      <a:cubicBezTo>
                        <a:pt x="2153" y="943"/>
                        <a:pt x="2301" y="1092"/>
                        <a:pt x="2450" y="1092"/>
                      </a:cubicBezTo>
                      <a:cubicBezTo>
                        <a:pt x="2483" y="1098"/>
                        <a:pt x="2516" y="1101"/>
                        <a:pt x="2547" y="1101"/>
                      </a:cubicBezTo>
                      <a:cubicBezTo>
                        <a:pt x="3070" y="1101"/>
                        <a:pt x="3268" y="271"/>
                        <a:pt x="2672" y="201"/>
                      </a:cubicBezTo>
                      <a:cubicBezTo>
                        <a:pt x="2561" y="164"/>
                        <a:pt x="2412" y="127"/>
                        <a:pt x="2301" y="53"/>
                      </a:cubicBezTo>
                      <a:cubicBezTo>
                        <a:pt x="2196" y="26"/>
                        <a:pt x="2073" y="0"/>
                        <a:pt x="1944" y="0"/>
                      </a:cubicBezTo>
                      <a:close/>
                    </a:path>
                  </a:pathLst>
                </a:custGeom>
                <a:solidFill>
                  <a:srgbClr val="93458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9" name="Google Shape;99;p5"/>
            <p:cNvSpPr/>
            <p:nvPr/>
          </p:nvSpPr>
          <p:spPr>
            <a:xfrm>
              <a:off x="4887807" y="2730151"/>
              <a:ext cx="493599" cy="489874"/>
            </a:xfrm>
            <a:custGeom>
              <a:rect b="b" l="l" r="r" t="t"/>
              <a:pathLst>
                <a:path extrusionOk="0" h="29413" w="29548">
                  <a:moveTo>
                    <a:pt x="15315" y="0"/>
                  </a:moveTo>
                  <a:cubicBezTo>
                    <a:pt x="15117" y="0"/>
                    <a:pt x="14920" y="5"/>
                    <a:pt x="14722" y="14"/>
                  </a:cubicBezTo>
                  <a:cubicBezTo>
                    <a:pt x="11260" y="14"/>
                    <a:pt x="7169" y="1658"/>
                    <a:pt x="4896" y="3791"/>
                  </a:cubicBezTo>
                  <a:cubicBezTo>
                    <a:pt x="2588" y="5924"/>
                    <a:pt x="1" y="9560"/>
                    <a:pt x="105" y="13232"/>
                  </a:cubicBezTo>
                  <a:cubicBezTo>
                    <a:pt x="175" y="16903"/>
                    <a:pt x="420" y="19701"/>
                    <a:pt x="3078" y="23687"/>
                  </a:cubicBezTo>
                  <a:cubicBezTo>
                    <a:pt x="4476" y="25960"/>
                    <a:pt x="6714" y="27638"/>
                    <a:pt x="9302" y="28407"/>
                  </a:cubicBezTo>
                  <a:cubicBezTo>
                    <a:pt x="10196" y="28714"/>
                    <a:pt x="12563" y="29412"/>
                    <a:pt x="15137" y="29412"/>
                  </a:cubicBezTo>
                  <a:cubicBezTo>
                    <a:pt x="16087" y="29412"/>
                    <a:pt x="17066" y="29317"/>
                    <a:pt x="18009" y="29072"/>
                  </a:cubicBezTo>
                  <a:cubicBezTo>
                    <a:pt x="21505" y="28128"/>
                    <a:pt x="24198" y="26869"/>
                    <a:pt x="26016" y="24176"/>
                  </a:cubicBezTo>
                  <a:cubicBezTo>
                    <a:pt x="27799" y="21484"/>
                    <a:pt x="29548" y="18861"/>
                    <a:pt x="29478" y="14700"/>
                  </a:cubicBezTo>
                  <a:cubicBezTo>
                    <a:pt x="29373" y="10574"/>
                    <a:pt x="27904" y="7602"/>
                    <a:pt x="26680" y="6134"/>
                  </a:cubicBezTo>
                  <a:cubicBezTo>
                    <a:pt x="25456" y="4665"/>
                    <a:pt x="23463" y="2602"/>
                    <a:pt x="21121" y="1448"/>
                  </a:cubicBezTo>
                  <a:cubicBezTo>
                    <a:pt x="19336" y="492"/>
                    <a:pt x="17347" y="0"/>
                    <a:pt x="15315" y="0"/>
                  </a:cubicBezTo>
                  <a:close/>
                </a:path>
              </a:pathLst>
            </a:custGeom>
            <a:solidFill>
              <a:srgbClr val="FD6D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Fira Sans Extra Condensed Medium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2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 rot="5400000">
              <a:off x="987770" y="999174"/>
              <a:ext cx="1761549" cy="2218063"/>
            </a:xfrm>
            <a:custGeom>
              <a:rect b="b" l="l" r="r" t="t"/>
              <a:pathLst>
                <a:path extrusionOk="0" h="34664" w="39176">
                  <a:moveTo>
                    <a:pt x="21371" y="1"/>
                  </a:moveTo>
                  <a:cubicBezTo>
                    <a:pt x="17061" y="1"/>
                    <a:pt x="13042" y="101"/>
                    <a:pt x="8684" y="101"/>
                  </a:cubicBezTo>
                  <a:cubicBezTo>
                    <a:pt x="7872" y="101"/>
                    <a:pt x="7049" y="97"/>
                    <a:pt x="6209" y="89"/>
                  </a:cubicBezTo>
                  <a:lnTo>
                    <a:pt x="6209" y="57"/>
                  </a:lnTo>
                  <a:cubicBezTo>
                    <a:pt x="4193" y="121"/>
                    <a:pt x="1824" y="377"/>
                    <a:pt x="800" y="2073"/>
                  </a:cubicBezTo>
                  <a:cubicBezTo>
                    <a:pt x="288" y="2905"/>
                    <a:pt x="256" y="3930"/>
                    <a:pt x="256" y="4890"/>
                  </a:cubicBezTo>
                  <a:lnTo>
                    <a:pt x="0" y="27294"/>
                  </a:lnTo>
                  <a:cubicBezTo>
                    <a:pt x="0" y="29502"/>
                    <a:pt x="128" y="31999"/>
                    <a:pt x="1921" y="33343"/>
                  </a:cubicBezTo>
                  <a:cubicBezTo>
                    <a:pt x="3137" y="34239"/>
                    <a:pt x="4737" y="34367"/>
                    <a:pt x="6209" y="34463"/>
                  </a:cubicBezTo>
                  <a:cubicBezTo>
                    <a:pt x="8837" y="34597"/>
                    <a:pt x="11467" y="34664"/>
                    <a:pt x="14096" y="34664"/>
                  </a:cubicBezTo>
                  <a:cubicBezTo>
                    <a:pt x="20882" y="34664"/>
                    <a:pt x="27661" y="34220"/>
                    <a:pt x="34375" y="33343"/>
                  </a:cubicBezTo>
                  <a:cubicBezTo>
                    <a:pt x="35399" y="33183"/>
                    <a:pt x="36455" y="33023"/>
                    <a:pt x="37255" y="32447"/>
                  </a:cubicBezTo>
                  <a:cubicBezTo>
                    <a:pt x="38631" y="31455"/>
                    <a:pt x="38823" y="29630"/>
                    <a:pt x="38920" y="27998"/>
                  </a:cubicBezTo>
                  <a:cubicBezTo>
                    <a:pt x="39176" y="22781"/>
                    <a:pt x="39112" y="17532"/>
                    <a:pt x="38791" y="12315"/>
                  </a:cubicBezTo>
                  <a:cubicBezTo>
                    <a:pt x="38695" y="9851"/>
                    <a:pt x="38343" y="7418"/>
                    <a:pt x="37767" y="5018"/>
                  </a:cubicBezTo>
                  <a:cubicBezTo>
                    <a:pt x="37575" y="3994"/>
                    <a:pt x="37095" y="3033"/>
                    <a:pt x="36423" y="2233"/>
                  </a:cubicBezTo>
                  <a:cubicBezTo>
                    <a:pt x="35463" y="1241"/>
                    <a:pt x="34055" y="825"/>
                    <a:pt x="32646" y="569"/>
                  </a:cubicBezTo>
                  <a:cubicBezTo>
                    <a:pt x="30086" y="89"/>
                    <a:pt x="27461" y="57"/>
                    <a:pt x="24837" y="25"/>
                  </a:cubicBezTo>
                  <a:cubicBezTo>
                    <a:pt x="23654" y="7"/>
                    <a:pt x="22502" y="1"/>
                    <a:pt x="21371" y="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2572491" y="1347528"/>
              <a:ext cx="1104000" cy="110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2824881" y="1611207"/>
              <a:ext cx="592824" cy="589775"/>
            </a:xfrm>
            <a:custGeom>
              <a:rect b="b" l="l" r="r" t="t"/>
              <a:pathLst>
                <a:path extrusionOk="0" h="24935" w="25125">
                  <a:moveTo>
                    <a:pt x="13446" y="5209"/>
                  </a:moveTo>
                  <a:cubicBezTo>
                    <a:pt x="14378" y="5209"/>
                    <a:pt x="15307" y="5375"/>
                    <a:pt x="16181" y="5731"/>
                  </a:cubicBezTo>
                  <a:cubicBezTo>
                    <a:pt x="19335" y="7030"/>
                    <a:pt x="20857" y="12633"/>
                    <a:pt x="19298" y="15491"/>
                  </a:cubicBezTo>
                  <a:cubicBezTo>
                    <a:pt x="17948" y="17853"/>
                    <a:pt x="15487" y="19557"/>
                    <a:pt x="12972" y="19557"/>
                  </a:cubicBezTo>
                  <a:cubicBezTo>
                    <a:pt x="11615" y="19557"/>
                    <a:pt x="10241" y="19061"/>
                    <a:pt x="9018" y="17903"/>
                  </a:cubicBezTo>
                  <a:cubicBezTo>
                    <a:pt x="6718" y="15750"/>
                    <a:pt x="5048" y="12114"/>
                    <a:pt x="6421" y="9108"/>
                  </a:cubicBezTo>
                  <a:cubicBezTo>
                    <a:pt x="6421" y="9033"/>
                    <a:pt x="6458" y="8959"/>
                    <a:pt x="6495" y="8885"/>
                  </a:cubicBezTo>
                  <a:cubicBezTo>
                    <a:pt x="6495" y="8848"/>
                    <a:pt x="6532" y="8811"/>
                    <a:pt x="6569" y="8774"/>
                  </a:cubicBezTo>
                  <a:cubicBezTo>
                    <a:pt x="8082" y="6573"/>
                    <a:pt x="10777" y="5209"/>
                    <a:pt x="13446" y="5209"/>
                  </a:cubicBezTo>
                  <a:close/>
                  <a:moveTo>
                    <a:pt x="14143" y="0"/>
                  </a:moveTo>
                  <a:cubicBezTo>
                    <a:pt x="10425" y="0"/>
                    <a:pt x="6549" y="1381"/>
                    <a:pt x="4046" y="3615"/>
                  </a:cubicBezTo>
                  <a:cubicBezTo>
                    <a:pt x="38" y="7846"/>
                    <a:pt x="1" y="15045"/>
                    <a:pt x="3341" y="19684"/>
                  </a:cubicBezTo>
                  <a:cubicBezTo>
                    <a:pt x="5322" y="22444"/>
                    <a:pt x="8316" y="24935"/>
                    <a:pt x="11872" y="24935"/>
                  </a:cubicBezTo>
                  <a:cubicBezTo>
                    <a:pt x="12045" y="24935"/>
                    <a:pt x="12220" y="24929"/>
                    <a:pt x="12395" y="24917"/>
                  </a:cubicBezTo>
                  <a:cubicBezTo>
                    <a:pt x="15810" y="24694"/>
                    <a:pt x="19001" y="23247"/>
                    <a:pt x="21450" y="20872"/>
                  </a:cubicBezTo>
                  <a:cubicBezTo>
                    <a:pt x="23825" y="18497"/>
                    <a:pt x="25124" y="15268"/>
                    <a:pt x="24976" y="11928"/>
                  </a:cubicBezTo>
                  <a:cubicBezTo>
                    <a:pt x="24865" y="8737"/>
                    <a:pt x="24271" y="5248"/>
                    <a:pt x="21933" y="2873"/>
                  </a:cubicBezTo>
                  <a:cubicBezTo>
                    <a:pt x="19946" y="870"/>
                    <a:pt x="17094" y="0"/>
                    <a:pt x="14143" y="0"/>
                  </a:cubicBezTo>
                  <a:close/>
                </a:path>
              </a:pathLst>
            </a:custGeom>
            <a:solidFill>
              <a:srgbClr val="FD6D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2637512" y="1420205"/>
              <a:ext cx="939553" cy="892976"/>
            </a:xfrm>
            <a:custGeom>
              <a:rect b="b" l="l" r="r" t="t"/>
              <a:pathLst>
                <a:path extrusionOk="0" h="37754" w="39820">
                  <a:moveTo>
                    <a:pt x="22206" y="1089"/>
                  </a:moveTo>
                  <a:cubicBezTo>
                    <a:pt x="24610" y="1089"/>
                    <a:pt x="26982" y="1580"/>
                    <a:pt x="29206" y="2858"/>
                  </a:cubicBezTo>
                  <a:cubicBezTo>
                    <a:pt x="33102" y="5085"/>
                    <a:pt x="35552" y="9501"/>
                    <a:pt x="36814" y="13694"/>
                  </a:cubicBezTo>
                  <a:cubicBezTo>
                    <a:pt x="39819" y="23417"/>
                    <a:pt x="34550" y="32955"/>
                    <a:pt x="24864" y="35886"/>
                  </a:cubicBezTo>
                  <a:cubicBezTo>
                    <a:pt x="22982" y="36436"/>
                    <a:pt x="21049" y="36709"/>
                    <a:pt x="19120" y="36709"/>
                  </a:cubicBezTo>
                  <a:cubicBezTo>
                    <a:pt x="16749" y="36709"/>
                    <a:pt x="14386" y="36296"/>
                    <a:pt x="12135" y="35478"/>
                  </a:cubicBezTo>
                  <a:cubicBezTo>
                    <a:pt x="6977" y="33623"/>
                    <a:pt x="3785" y="29392"/>
                    <a:pt x="2524" y="24159"/>
                  </a:cubicBezTo>
                  <a:cubicBezTo>
                    <a:pt x="1336" y="19409"/>
                    <a:pt x="2227" y="14362"/>
                    <a:pt x="4936" y="10280"/>
                  </a:cubicBezTo>
                  <a:cubicBezTo>
                    <a:pt x="6854" y="7292"/>
                    <a:pt x="9908" y="4158"/>
                    <a:pt x="13262" y="2808"/>
                  </a:cubicBezTo>
                  <a:lnTo>
                    <a:pt x="13262" y="2808"/>
                  </a:lnTo>
                  <a:cubicBezTo>
                    <a:pt x="13293" y="2803"/>
                    <a:pt x="13326" y="2795"/>
                    <a:pt x="13360" y="2784"/>
                  </a:cubicBezTo>
                  <a:cubicBezTo>
                    <a:pt x="16212" y="1840"/>
                    <a:pt x="19234" y="1089"/>
                    <a:pt x="22206" y="1089"/>
                  </a:cubicBezTo>
                  <a:close/>
                  <a:moveTo>
                    <a:pt x="21932" y="1"/>
                  </a:moveTo>
                  <a:cubicBezTo>
                    <a:pt x="18969" y="1"/>
                    <a:pt x="15970" y="830"/>
                    <a:pt x="13220" y="1742"/>
                  </a:cubicBezTo>
                  <a:lnTo>
                    <a:pt x="13220" y="1742"/>
                  </a:lnTo>
                  <a:cubicBezTo>
                    <a:pt x="13170" y="1746"/>
                    <a:pt x="13118" y="1759"/>
                    <a:pt x="13063" y="1782"/>
                  </a:cubicBezTo>
                  <a:cubicBezTo>
                    <a:pt x="5195" y="4862"/>
                    <a:pt x="0" y="14140"/>
                    <a:pt x="1150" y="22378"/>
                  </a:cubicBezTo>
                  <a:cubicBezTo>
                    <a:pt x="1893" y="27536"/>
                    <a:pt x="4156" y="31990"/>
                    <a:pt x="8573" y="34884"/>
                  </a:cubicBezTo>
                  <a:cubicBezTo>
                    <a:pt x="11647" y="36886"/>
                    <a:pt x="15380" y="37754"/>
                    <a:pt x="19043" y="37754"/>
                  </a:cubicBezTo>
                  <a:cubicBezTo>
                    <a:pt x="20066" y="37754"/>
                    <a:pt x="21084" y="37686"/>
                    <a:pt x="22081" y="37556"/>
                  </a:cubicBezTo>
                  <a:cubicBezTo>
                    <a:pt x="31841" y="36369"/>
                    <a:pt x="39634" y="27945"/>
                    <a:pt x="38743" y="17962"/>
                  </a:cubicBezTo>
                  <a:cubicBezTo>
                    <a:pt x="37927" y="8759"/>
                    <a:pt x="31766" y="38"/>
                    <a:pt x="21932" y="1"/>
                  </a:cubicBezTo>
                  <a:close/>
                </a:path>
              </a:pathLst>
            </a:custGeom>
            <a:solidFill>
              <a:srgbClr val="FD6D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2777644" y="1546206"/>
              <a:ext cx="679465" cy="642473"/>
            </a:xfrm>
            <a:custGeom>
              <a:rect b="b" l="l" r="r" t="t"/>
              <a:pathLst>
                <a:path extrusionOk="0" h="27163" w="28797">
                  <a:moveTo>
                    <a:pt x="15397" y="1125"/>
                  </a:moveTo>
                  <a:cubicBezTo>
                    <a:pt x="18348" y="1125"/>
                    <a:pt x="21204" y="2004"/>
                    <a:pt x="23193" y="4025"/>
                  </a:cubicBezTo>
                  <a:cubicBezTo>
                    <a:pt x="25494" y="6400"/>
                    <a:pt x="26124" y="9852"/>
                    <a:pt x="26273" y="13043"/>
                  </a:cubicBezTo>
                  <a:cubicBezTo>
                    <a:pt x="26384" y="16383"/>
                    <a:pt x="25085" y="19649"/>
                    <a:pt x="22710" y="21987"/>
                  </a:cubicBezTo>
                  <a:cubicBezTo>
                    <a:pt x="20298" y="24399"/>
                    <a:pt x="17069" y="25809"/>
                    <a:pt x="13655" y="26032"/>
                  </a:cubicBezTo>
                  <a:cubicBezTo>
                    <a:pt x="13457" y="26047"/>
                    <a:pt x="13259" y="26055"/>
                    <a:pt x="13064" y="26055"/>
                  </a:cubicBezTo>
                  <a:cubicBezTo>
                    <a:pt x="9538" y="26055"/>
                    <a:pt x="6569" y="23577"/>
                    <a:pt x="4600" y="20799"/>
                  </a:cubicBezTo>
                  <a:cubicBezTo>
                    <a:pt x="1260" y="16160"/>
                    <a:pt x="1298" y="8961"/>
                    <a:pt x="5343" y="4768"/>
                  </a:cubicBezTo>
                  <a:cubicBezTo>
                    <a:pt x="7823" y="2514"/>
                    <a:pt x="11686" y="1125"/>
                    <a:pt x="15397" y="1125"/>
                  </a:cubicBezTo>
                  <a:close/>
                  <a:moveTo>
                    <a:pt x="15831" y="1"/>
                  </a:moveTo>
                  <a:cubicBezTo>
                    <a:pt x="11704" y="1"/>
                    <a:pt x="7310" y="1619"/>
                    <a:pt x="4657" y="3943"/>
                  </a:cubicBezTo>
                  <a:lnTo>
                    <a:pt x="4657" y="3943"/>
                  </a:lnTo>
                  <a:cubicBezTo>
                    <a:pt x="4625" y="3965"/>
                    <a:pt x="4594" y="3993"/>
                    <a:pt x="4563" y="4025"/>
                  </a:cubicBezTo>
                  <a:cubicBezTo>
                    <a:pt x="4563" y="4025"/>
                    <a:pt x="4563" y="4025"/>
                    <a:pt x="4563" y="4025"/>
                  </a:cubicBezTo>
                  <a:lnTo>
                    <a:pt x="4563" y="4025"/>
                  </a:lnTo>
                  <a:cubicBezTo>
                    <a:pt x="4530" y="4054"/>
                    <a:pt x="4503" y="4083"/>
                    <a:pt x="4480" y="4113"/>
                  </a:cubicBezTo>
                  <a:lnTo>
                    <a:pt x="4480" y="4113"/>
                  </a:lnTo>
                  <a:cubicBezTo>
                    <a:pt x="1" y="8876"/>
                    <a:pt x="172" y="17008"/>
                    <a:pt x="4155" y="22024"/>
                  </a:cubicBezTo>
                  <a:cubicBezTo>
                    <a:pt x="6493" y="24918"/>
                    <a:pt x="9239" y="26700"/>
                    <a:pt x="12987" y="27108"/>
                  </a:cubicBezTo>
                  <a:cubicBezTo>
                    <a:pt x="13296" y="27145"/>
                    <a:pt x="13606" y="27162"/>
                    <a:pt x="13918" y="27162"/>
                  </a:cubicBezTo>
                  <a:cubicBezTo>
                    <a:pt x="17397" y="27162"/>
                    <a:pt x="21034" y="24977"/>
                    <a:pt x="23452" y="22729"/>
                  </a:cubicBezTo>
                  <a:cubicBezTo>
                    <a:pt x="28796" y="17868"/>
                    <a:pt x="28351" y="8516"/>
                    <a:pt x="23935" y="3246"/>
                  </a:cubicBezTo>
                  <a:cubicBezTo>
                    <a:pt x="21986" y="946"/>
                    <a:pt x="18987" y="1"/>
                    <a:pt x="15831" y="1"/>
                  </a:cubicBezTo>
                  <a:close/>
                </a:path>
              </a:pathLst>
            </a:custGeom>
            <a:solidFill>
              <a:srgbClr val="FD6D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2926221" y="1695578"/>
              <a:ext cx="373273" cy="339555"/>
            </a:xfrm>
            <a:custGeom>
              <a:rect b="b" l="l" r="r" t="t"/>
              <a:pathLst>
                <a:path extrusionOk="0" h="14356" w="15820">
                  <a:moveTo>
                    <a:pt x="8646" y="1116"/>
                  </a:moveTo>
                  <a:cubicBezTo>
                    <a:pt x="8786" y="1116"/>
                    <a:pt x="8925" y="1119"/>
                    <a:pt x="9065" y="1125"/>
                  </a:cubicBezTo>
                  <a:cubicBezTo>
                    <a:pt x="12814" y="1273"/>
                    <a:pt x="14224" y="6246"/>
                    <a:pt x="13519" y="9215"/>
                  </a:cubicBezTo>
                  <a:cubicBezTo>
                    <a:pt x="12935" y="11758"/>
                    <a:pt x="10605" y="13113"/>
                    <a:pt x="8254" y="13113"/>
                  </a:cubicBezTo>
                  <a:cubicBezTo>
                    <a:pt x="6867" y="13113"/>
                    <a:pt x="5473" y="12642"/>
                    <a:pt x="4427" y="11664"/>
                  </a:cubicBezTo>
                  <a:cubicBezTo>
                    <a:pt x="2571" y="9920"/>
                    <a:pt x="1198" y="6654"/>
                    <a:pt x="2385" y="4242"/>
                  </a:cubicBezTo>
                  <a:cubicBezTo>
                    <a:pt x="3791" y="2063"/>
                    <a:pt x="6162" y="1116"/>
                    <a:pt x="8646" y="1116"/>
                  </a:cubicBezTo>
                  <a:close/>
                  <a:moveTo>
                    <a:pt x="8387" y="1"/>
                  </a:moveTo>
                  <a:cubicBezTo>
                    <a:pt x="5670" y="1"/>
                    <a:pt x="2948" y="1422"/>
                    <a:pt x="1458" y="3685"/>
                  </a:cubicBezTo>
                  <a:cubicBezTo>
                    <a:pt x="1414" y="3756"/>
                    <a:pt x="1387" y="3826"/>
                    <a:pt x="1376" y="3893"/>
                  </a:cubicBezTo>
                  <a:lnTo>
                    <a:pt x="1376" y="3893"/>
                  </a:lnTo>
                  <a:cubicBezTo>
                    <a:pt x="0" y="6905"/>
                    <a:pt x="1687" y="10554"/>
                    <a:pt x="3981" y="12703"/>
                  </a:cubicBezTo>
                  <a:cubicBezTo>
                    <a:pt x="5202" y="13859"/>
                    <a:pt x="6573" y="14356"/>
                    <a:pt x="7927" y="14356"/>
                  </a:cubicBezTo>
                  <a:cubicBezTo>
                    <a:pt x="10441" y="14356"/>
                    <a:pt x="12897" y="12642"/>
                    <a:pt x="14224" y="10254"/>
                  </a:cubicBezTo>
                  <a:cubicBezTo>
                    <a:pt x="15819" y="7433"/>
                    <a:pt x="14298" y="1830"/>
                    <a:pt x="11144" y="531"/>
                  </a:cubicBezTo>
                  <a:cubicBezTo>
                    <a:pt x="10259" y="169"/>
                    <a:pt x="9323" y="1"/>
                    <a:pt x="8387" y="1"/>
                  </a:cubicBezTo>
                  <a:close/>
                </a:path>
              </a:pathLst>
            </a:custGeom>
            <a:solidFill>
              <a:srgbClr val="FD6D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3059556" y="1814058"/>
              <a:ext cx="95465" cy="87112"/>
            </a:xfrm>
            <a:custGeom>
              <a:rect b="b" l="l" r="r" t="t"/>
              <a:pathLst>
                <a:path extrusionOk="0" h="3683" w="4046">
                  <a:moveTo>
                    <a:pt x="2279" y="0"/>
                  </a:moveTo>
                  <a:cubicBezTo>
                    <a:pt x="1832" y="0"/>
                    <a:pt x="1306" y="191"/>
                    <a:pt x="780" y="717"/>
                  </a:cubicBezTo>
                  <a:cubicBezTo>
                    <a:pt x="0" y="1459"/>
                    <a:pt x="112" y="2870"/>
                    <a:pt x="705" y="3352"/>
                  </a:cubicBezTo>
                  <a:cubicBezTo>
                    <a:pt x="963" y="3571"/>
                    <a:pt x="1376" y="3682"/>
                    <a:pt x="1819" y="3682"/>
                  </a:cubicBezTo>
                  <a:cubicBezTo>
                    <a:pt x="2653" y="3682"/>
                    <a:pt x="3592" y="3286"/>
                    <a:pt x="3785" y="2461"/>
                  </a:cubicBezTo>
                  <a:cubicBezTo>
                    <a:pt x="4045" y="1422"/>
                    <a:pt x="3266" y="272"/>
                    <a:pt x="2783" y="86"/>
                  </a:cubicBezTo>
                  <a:cubicBezTo>
                    <a:pt x="2632" y="32"/>
                    <a:pt x="2463" y="0"/>
                    <a:pt x="2279" y="0"/>
                  </a:cubicBezTo>
                  <a:close/>
                </a:path>
              </a:pathLst>
            </a:custGeom>
            <a:solidFill>
              <a:srgbClr val="FD6D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3045210" y="1802705"/>
              <a:ext cx="124700" cy="111971"/>
            </a:xfrm>
            <a:custGeom>
              <a:rect b="b" l="l" r="r" t="t"/>
              <a:pathLst>
                <a:path extrusionOk="0" h="4734" w="5285">
                  <a:moveTo>
                    <a:pt x="2831" y="1043"/>
                  </a:moveTo>
                  <a:cubicBezTo>
                    <a:pt x="3114" y="1043"/>
                    <a:pt x="3382" y="1184"/>
                    <a:pt x="3614" y="1531"/>
                  </a:cubicBezTo>
                  <a:cubicBezTo>
                    <a:pt x="4022" y="2236"/>
                    <a:pt x="3985" y="3053"/>
                    <a:pt x="3243" y="3461"/>
                  </a:cubicBezTo>
                  <a:cubicBezTo>
                    <a:pt x="3002" y="3591"/>
                    <a:pt x="2733" y="3656"/>
                    <a:pt x="2459" y="3656"/>
                  </a:cubicBezTo>
                  <a:cubicBezTo>
                    <a:pt x="2185" y="3656"/>
                    <a:pt x="1907" y="3591"/>
                    <a:pt x="1647" y="3461"/>
                  </a:cubicBezTo>
                  <a:cubicBezTo>
                    <a:pt x="1054" y="3090"/>
                    <a:pt x="1388" y="1977"/>
                    <a:pt x="1722" y="1605"/>
                  </a:cubicBezTo>
                  <a:cubicBezTo>
                    <a:pt x="1728" y="1599"/>
                    <a:pt x="1733" y="1592"/>
                    <a:pt x="1739" y="1586"/>
                  </a:cubicBezTo>
                  <a:lnTo>
                    <a:pt x="1739" y="1586"/>
                  </a:lnTo>
                  <a:cubicBezTo>
                    <a:pt x="1746" y="1580"/>
                    <a:pt x="1752" y="1574"/>
                    <a:pt x="1759" y="1568"/>
                  </a:cubicBezTo>
                  <a:cubicBezTo>
                    <a:pt x="2108" y="1260"/>
                    <a:pt x="2480" y="1043"/>
                    <a:pt x="2831" y="1043"/>
                  </a:cubicBezTo>
                  <a:close/>
                  <a:moveTo>
                    <a:pt x="2906" y="1"/>
                  </a:moveTo>
                  <a:cubicBezTo>
                    <a:pt x="2269" y="1"/>
                    <a:pt x="1601" y="323"/>
                    <a:pt x="1071" y="781"/>
                  </a:cubicBezTo>
                  <a:lnTo>
                    <a:pt x="1071" y="781"/>
                  </a:lnTo>
                  <a:cubicBezTo>
                    <a:pt x="1040" y="804"/>
                    <a:pt x="1009" y="831"/>
                    <a:pt x="979" y="863"/>
                  </a:cubicBezTo>
                  <a:cubicBezTo>
                    <a:pt x="979" y="863"/>
                    <a:pt x="979" y="863"/>
                    <a:pt x="979" y="863"/>
                  </a:cubicBezTo>
                  <a:lnTo>
                    <a:pt x="979" y="863"/>
                  </a:lnTo>
                  <a:cubicBezTo>
                    <a:pt x="957" y="885"/>
                    <a:pt x="938" y="908"/>
                    <a:pt x="922" y="931"/>
                  </a:cubicBezTo>
                  <a:lnTo>
                    <a:pt x="922" y="931"/>
                  </a:lnTo>
                  <a:cubicBezTo>
                    <a:pt x="155" y="1865"/>
                    <a:pt x="0" y="3371"/>
                    <a:pt x="942" y="4240"/>
                  </a:cubicBezTo>
                  <a:cubicBezTo>
                    <a:pt x="1309" y="4590"/>
                    <a:pt x="1824" y="4734"/>
                    <a:pt x="2356" y="4734"/>
                  </a:cubicBezTo>
                  <a:cubicBezTo>
                    <a:pt x="2953" y="4734"/>
                    <a:pt x="3571" y="4552"/>
                    <a:pt x="4022" y="4277"/>
                  </a:cubicBezTo>
                  <a:cubicBezTo>
                    <a:pt x="5284" y="3498"/>
                    <a:pt x="5099" y="1791"/>
                    <a:pt x="4319" y="752"/>
                  </a:cubicBezTo>
                  <a:cubicBezTo>
                    <a:pt x="3930" y="217"/>
                    <a:pt x="3428" y="1"/>
                    <a:pt x="2906" y="1"/>
                  </a:cubicBezTo>
                  <a:close/>
                </a:path>
              </a:pathLst>
            </a:custGeom>
            <a:solidFill>
              <a:srgbClr val="FD6D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3370657" y="1565957"/>
              <a:ext cx="115710" cy="180043"/>
            </a:xfrm>
            <a:custGeom>
              <a:rect b="b" l="l" r="r" t="t"/>
              <a:pathLst>
                <a:path extrusionOk="0" h="7612" w="4904">
                  <a:moveTo>
                    <a:pt x="775" y="1"/>
                  </a:moveTo>
                  <a:cubicBezTo>
                    <a:pt x="389" y="1"/>
                    <a:pt x="0" y="362"/>
                    <a:pt x="286" y="778"/>
                  </a:cubicBezTo>
                  <a:cubicBezTo>
                    <a:pt x="472" y="1075"/>
                    <a:pt x="732" y="1335"/>
                    <a:pt x="1028" y="1558"/>
                  </a:cubicBezTo>
                  <a:cubicBezTo>
                    <a:pt x="1548" y="2040"/>
                    <a:pt x="1845" y="2931"/>
                    <a:pt x="2253" y="3487"/>
                  </a:cubicBezTo>
                  <a:cubicBezTo>
                    <a:pt x="3032" y="4601"/>
                    <a:pt x="3552" y="5862"/>
                    <a:pt x="3812" y="7235"/>
                  </a:cubicBezTo>
                  <a:cubicBezTo>
                    <a:pt x="3856" y="7499"/>
                    <a:pt x="4043" y="7612"/>
                    <a:pt x="4246" y="7612"/>
                  </a:cubicBezTo>
                  <a:cubicBezTo>
                    <a:pt x="4557" y="7612"/>
                    <a:pt x="4904" y="7343"/>
                    <a:pt x="4814" y="6939"/>
                  </a:cubicBezTo>
                  <a:cubicBezTo>
                    <a:pt x="4517" y="5640"/>
                    <a:pt x="4072" y="4415"/>
                    <a:pt x="3441" y="3228"/>
                  </a:cubicBezTo>
                  <a:cubicBezTo>
                    <a:pt x="3144" y="2634"/>
                    <a:pt x="2624" y="2114"/>
                    <a:pt x="2290" y="1520"/>
                  </a:cubicBezTo>
                  <a:cubicBezTo>
                    <a:pt x="1993" y="964"/>
                    <a:pt x="1585" y="741"/>
                    <a:pt x="1214" y="222"/>
                  </a:cubicBezTo>
                  <a:cubicBezTo>
                    <a:pt x="1103" y="66"/>
                    <a:pt x="939" y="1"/>
                    <a:pt x="775" y="1"/>
                  </a:cubicBezTo>
                  <a:close/>
                </a:path>
              </a:pathLst>
            </a:custGeom>
            <a:solidFill>
              <a:srgbClr val="FD6D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3464094" y="1779666"/>
              <a:ext cx="29777" cy="53786"/>
            </a:xfrm>
            <a:custGeom>
              <a:rect b="b" l="l" r="r" t="t"/>
              <a:pathLst>
                <a:path extrusionOk="0" h="2274" w="1262">
                  <a:moveTo>
                    <a:pt x="538" y="0"/>
                  </a:moveTo>
                  <a:cubicBezTo>
                    <a:pt x="288" y="0"/>
                    <a:pt x="37" y="167"/>
                    <a:pt x="0" y="501"/>
                  </a:cubicBezTo>
                  <a:cubicBezTo>
                    <a:pt x="0" y="947"/>
                    <a:pt x="186" y="1392"/>
                    <a:pt x="186" y="1800"/>
                  </a:cubicBezTo>
                  <a:cubicBezTo>
                    <a:pt x="223" y="2116"/>
                    <a:pt x="473" y="2273"/>
                    <a:pt x="724" y="2273"/>
                  </a:cubicBezTo>
                  <a:cubicBezTo>
                    <a:pt x="974" y="2273"/>
                    <a:pt x="1225" y="2116"/>
                    <a:pt x="1262" y="1800"/>
                  </a:cubicBezTo>
                  <a:cubicBezTo>
                    <a:pt x="1262" y="1355"/>
                    <a:pt x="1076" y="947"/>
                    <a:pt x="1076" y="501"/>
                  </a:cubicBezTo>
                  <a:cubicBezTo>
                    <a:pt x="1039" y="167"/>
                    <a:pt x="789" y="0"/>
                    <a:pt x="538" y="0"/>
                  </a:cubicBezTo>
                  <a:close/>
                </a:path>
              </a:pathLst>
            </a:custGeom>
            <a:solidFill>
              <a:srgbClr val="FD6D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2763605" y="2086097"/>
              <a:ext cx="69912" cy="76729"/>
            </a:xfrm>
            <a:custGeom>
              <a:rect b="b" l="l" r="r" t="t"/>
              <a:pathLst>
                <a:path extrusionOk="0" h="3244" w="2963">
                  <a:moveTo>
                    <a:pt x="752" y="0"/>
                  </a:moveTo>
                  <a:cubicBezTo>
                    <a:pt x="376" y="0"/>
                    <a:pt x="0" y="379"/>
                    <a:pt x="260" y="795"/>
                  </a:cubicBezTo>
                  <a:lnTo>
                    <a:pt x="260" y="758"/>
                  </a:lnTo>
                  <a:cubicBezTo>
                    <a:pt x="519" y="1166"/>
                    <a:pt x="742" y="1574"/>
                    <a:pt x="1002" y="1982"/>
                  </a:cubicBezTo>
                  <a:cubicBezTo>
                    <a:pt x="1113" y="2168"/>
                    <a:pt x="1262" y="2390"/>
                    <a:pt x="1447" y="2576"/>
                  </a:cubicBezTo>
                  <a:cubicBezTo>
                    <a:pt x="1521" y="2650"/>
                    <a:pt x="1855" y="2799"/>
                    <a:pt x="1893" y="2910"/>
                  </a:cubicBezTo>
                  <a:cubicBezTo>
                    <a:pt x="1980" y="3142"/>
                    <a:pt x="2169" y="3244"/>
                    <a:pt x="2360" y="3244"/>
                  </a:cubicBezTo>
                  <a:cubicBezTo>
                    <a:pt x="2659" y="3244"/>
                    <a:pt x="2962" y="2997"/>
                    <a:pt x="2895" y="2613"/>
                  </a:cubicBezTo>
                  <a:cubicBezTo>
                    <a:pt x="2783" y="2131"/>
                    <a:pt x="2264" y="1908"/>
                    <a:pt x="1967" y="1574"/>
                  </a:cubicBezTo>
                  <a:cubicBezTo>
                    <a:pt x="1670" y="1166"/>
                    <a:pt x="1410" y="683"/>
                    <a:pt x="1187" y="238"/>
                  </a:cubicBezTo>
                  <a:cubicBezTo>
                    <a:pt x="1076" y="71"/>
                    <a:pt x="914" y="0"/>
                    <a:pt x="752" y="0"/>
                  </a:cubicBezTo>
                  <a:close/>
                </a:path>
              </a:pathLst>
            </a:custGeom>
            <a:solidFill>
              <a:srgbClr val="FD6D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2816387" y="2108046"/>
              <a:ext cx="69487" cy="63909"/>
            </a:xfrm>
            <a:custGeom>
              <a:rect b="b" l="l" r="r" t="t"/>
              <a:pathLst>
                <a:path extrusionOk="0" h="2702" w="2945">
                  <a:moveTo>
                    <a:pt x="755" y="0"/>
                  </a:moveTo>
                  <a:cubicBezTo>
                    <a:pt x="369" y="0"/>
                    <a:pt x="1" y="379"/>
                    <a:pt x="286" y="794"/>
                  </a:cubicBezTo>
                  <a:cubicBezTo>
                    <a:pt x="769" y="1425"/>
                    <a:pt x="1288" y="2019"/>
                    <a:pt x="1882" y="2576"/>
                  </a:cubicBezTo>
                  <a:cubicBezTo>
                    <a:pt x="1986" y="2664"/>
                    <a:pt x="2099" y="2702"/>
                    <a:pt x="2208" y="2702"/>
                  </a:cubicBezTo>
                  <a:cubicBezTo>
                    <a:pt x="2603" y="2702"/>
                    <a:pt x="2944" y="2204"/>
                    <a:pt x="2624" y="1796"/>
                  </a:cubicBezTo>
                  <a:cubicBezTo>
                    <a:pt x="2105" y="1314"/>
                    <a:pt x="1622" y="794"/>
                    <a:pt x="1214" y="238"/>
                  </a:cubicBezTo>
                  <a:cubicBezTo>
                    <a:pt x="1091" y="70"/>
                    <a:pt x="922" y="0"/>
                    <a:pt x="755" y="0"/>
                  </a:cubicBezTo>
                  <a:close/>
                </a:path>
              </a:pathLst>
            </a:custGeom>
            <a:solidFill>
              <a:srgbClr val="FD6D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2979877" y="1742365"/>
              <a:ext cx="119981" cy="115874"/>
            </a:xfrm>
            <a:custGeom>
              <a:rect b="b" l="l" r="r" t="t"/>
              <a:pathLst>
                <a:path extrusionOk="0" h="4899" w="5085">
                  <a:moveTo>
                    <a:pt x="3006" y="0"/>
                  </a:moveTo>
                  <a:cubicBezTo>
                    <a:pt x="2635" y="186"/>
                    <a:pt x="2598" y="2820"/>
                    <a:pt x="2598" y="2820"/>
                  </a:cubicBezTo>
                  <a:cubicBezTo>
                    <a:pt x="2598" y="2820"/>
                    <a:pt x="1113" y="3377"/>
                    <a:pt x="742" y="3563"/>
                  </a:cubicBezTo>
                  <a:cubicBezTo>
                    <a:pt x="483" y="3600"/>
                    <a:pt x="186" y="3748"/>
                    <a:pt x="0" y="3934"/>
                  </a:cubicBezTo>
                  <a:cubicBezTo>
                    <a:pt x="1113" y="3934"/>
                    <a:pt x="2264" y="4490"/>
                    <a:pt x="3377" y="4490"/>
                  </a:cubicBezTo>
                  <a:cubicBezTo>
                    <a:pt x="3971" y="4602"/>
                    <a:pt x="4528" y="4713"/>
                    <a:pt x="5084" y="4899"/>
                  </a:cubicBezTo>
                  <a:cubicBezTo>
                    <a:pt x="5084" y="4899"/>
                    <a:pt x="4119" y="2635"/>
                    <a:pt x="3934" y="2078"/>
                  </a:cubicBezTo>
                  <a:cubicBezTo>
                    <a:pt x="3600" y="1485"/>
                    <a:pt x="3600" y="557"/>
                    <a:pt x="3006" y="0"/>
                  </a:cubicBezTo>
                  <a:close/>
                </a:path>
              </a:pathLst>
            </a:custGeom>
            <a:solidFill>
              <a:srgbClr val="FD6D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2962345" y="1729781"/>
              <a:ext cx="152848" cy="141229"/>
            </a:xfrm>
            <a:custGeom>
              <a:rect b="b" l="l" r="r" t="t"/>
              <a:pathLst>
                <a:path extrusionOk="0" h="5971" w="6478">
                  <a:moveTo>
                    <a:pt x="3893" y="1825"/>
                  </a:moveTo>
                  <a:cubicBezTo>
                    <a:pt x="4145" y="2434"/>
                    <a:pt x="4313" y="3137"/>
                    <a:pt x="4528" y="3686"/>
                  </a:cubicBezTo>
                  <a:cubicBezTo>
                    <a:pt x="4660" y="4006"/>
                    <a:pt x="4791" y="4325"/>
                    <a:pt x="4923" y="4644"/>
                  </a:cubicBezTo>
                  <a:lnTo>
                    <a:pt x="4923" y="4644"/>
                  </a:lnTo>
                  <a:cubicBezTo>
                    <a:pt x="4702" y="4603"/>
                    <a:pt x="4483" y="4569"/>
                    <a:pt x="4269" y="4540"/>
                  </a:cubicBezTo>
                  <a:cubicBezTo>
                    <a:pt x="3668" y="4502"/>
                    <a:pt x="3077" y="4370"/>
                    <a:pt x="2486" y="4239"/>
                  </a:cubicBezTo>
                  <a:lnTo>
                    <a:pt x="2486" y="4239"/>
                  </a:lnTo>
                  <a:cubicBezTo>
                    <a:pt x="2851" y="4121"/>
                    <a:pt x="3215" y="4018"/>
                    <a:pt x="3526" y="3909"/>
                  </a:cubicBezTo>
                  <a:cubicBezTo>
                    <a:pt x="3749" y="3835"/>
                    <a:pt x="3898" y="3612"/>
                    <a:pt x="3935" y="3390"/>
                  </a:cubicBezTo>
                  <a:cubicBezTo>
                    <a:pt x="3935" y="3083"/>
                    <a:pt x="3870" y="2401"/>
                    <a:pt x="3893" y="1825"/>
                  </a:cubicBezTo>
                  <a:close/>
                  <a:moveTo>
                    <a:pt x="3769" y="1"/>
                  </a:moveTo>
                  <a:cubicBezTo>
                    <a:pt x="3636" y="1"/>
                    <a:pt x="3504" y="69"/>
                    <a:pt x="3406" y="175"/>
                  </a:cubicBezTo>
                  <a:lnTo>
                    <a:pt x="3406" y="175"/>
                  </a:lnTo>
                  <a:cubicBezTo>
                    <a:pt x="3397" y="183"/>
                    <a:pt x="3387" y="190"/>
                    <a:pt x="3378" y="198"/>
                  </a:cubicBezTo>
                  <a:cubicBezTo>
                    <a:pt x="2765" y="714"/>
                    <a:pt x="2825" y="2098"/>
                    <a:pt x="2851" y="3013"/>
                  </a:cubicBezTo>
                  <a:lnTo>
                    <a:pt x="2851" y="3013"/>
                  </a:lnTo>
                  <a:cubicBezTo>
                    <a:pt x="2004" y="3316"/>
                    <a:pt x="1048" y="3584"/>
                    <a:pt x="372" y="4132"/>
                  </a:cubicBezTo>
                  <a:cubicBezTo>
                    <a:pt x="1" y="4466"/>
                    <a:pt x="335" y="5022"/>
                    <a:pt x="743" y="5060"/>
                  </a:cubicBezTo>
                  <a:cubicBezTo>
                    <a:pt x="1894" y="5097"/>
                    <a:pt x="2970" y="5542"/>
                    <a:pt x="4157" y="5616"/>
                  </a:cubicBezTo>
                  <a:cubicBezTo>
                    <a:pt x="4677" y="5653"/>
                    <a:pt x="5196" y="5802"/>
                    <a:pt x="5679" y="5950"/>
                  </a:cubicBezTo>
                  <a:cubicBezTo>
                    <a:pt x="5724" y="5964"/>
                    <a:pt x="5771" y="5970"/>
                    <a:pt x="5818" y="5970"/>
                  </a:cubicBezTo>
                  <a:cubicBezTo>
                    <a:pt x="6150" y="5970"/>
                    <a:pt x="6477" y="5645"/>
                    <a:pt x="6347" y="5319"/>
                  </a:cubicBezTo>
                  <a:lnTo>
                    <a:pt x="5419" y="3056"/>
                  </a:lnTo>
                  <a:cubicBezTo>
                    <a:pt x="5073" y="2191"/>
                    <a:pt x="4824" y="1134"/>
                    <a:pt x="4252" y="363"/>
                  </a:cubicBezTo>
                  <a:lnTo>
                    <a:pt x="4252" y="363"/>
                  </a:lnTo>
                  <a:cubicBezTo>
                    <a:pt x="4224" y="314"/>
                    <a:pt x="4189" y="269"/>
                    <a:pt x="4147" y="229"/>
                  </a:cubicBezTo>
                  <a:lnTo>
                    <a:pt x="4147" y="229"/>
                  </a:lnTo>
                  <a:cubicBezTo>
                    <a:pt x="4138" y="219"/>
                    <a:pt x="4129" y="208"/>
                    <a:pt x="4120" y="198"/>
                  </a:cubicBezTo>
                  <a:cubicBezTo>
                    <a:pt x="4018" y="59"/>
                    <a:pt x="3893" y="1"/>
                    <a:pt x="3769" y="1"/>
                  </a:cubicBezTo>
                  <a:close/>
                </a:path>
              </a:pathLst>
            </a:custGeom>
            <a:solidFill>
              <a:srgbClr val="FD6D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2642728" y="1441091"/>
              <a:ext cx="469375" cy="425035"/>
            </a:xfrm>
            <a:custGeom>
              <a:rect b="b" l="l" r="r" t="t"/>
              <a:pathLst>
                <a:path extrusionOk="0" h="17970" w="19893">
                  <a:moveTo>
                    <a:pt x="778" y="0"/>
                  </a:moveTo>
                  <a:cubicBezTo>
                    <a:pt x="357" y="0"/>
                    <a:pt x="1" y="527"/>
                    <a:pt x="373" y="899"/>
                  </a:cubicBezTo>
                  <a:lnTo>
                    <a:pt x="410" y="899"/>
                  </a:lnTo>
                  <a:cubicBezTo>
                    <a:pt x="2711" y="3088"/>
                    <a:pt x="5049" y="5278"/>
                    <a:pt x="7387" y="7467"/>
                  </a:cubicBezTo>
                  <a:cubicBezTo>
                    <a:pt x="9094" y="9063"/>
                    <a:pt x="10875" y="10696"/>
                    <a:pt x="12656" y="12255"/>
                  </a:cubicBezTo>
                  <a:cubicBezTo>
                    <a:pt x="13807" y="13257"/>
                    <a:pt x="14920" y="14296"/>
                    <a:pt x="16070" y="15372"/>
                  </a:cubicBezTo>
                  <a:cubicBezTo>
                    <a:pt x="16892" y="16095"/>
                    <a:pt x="17626" y="17050"/>
                    <a:pt x="18556" y="17672"/>
                  </a:cubicBezTo>
                  <a:lnTo>
                    <a:pt x="18556" y="17672"/>
                  </a:lnTo>
                  <a:cubicBezTo>
                    <a:pt x="18629" y="17824"/>
                    <a:pt x="18778" y="17945"/>
                    <a:pt x="19002" y="17970"/>
                  </a:cubicBezTo>
                  <a:lnTo>
                    <a:pt x="19188" y="17970"/>
                  </a:lnTo>
                  <a:cubicBezTo>
                    <a:pt x="19707" y="17933"/>
                    <a:pt x="19893" y="17265"/>
                    <a:pt x="19448" y="16968"/>
                  </a:cubicBezTo>
                  <a:cubicBezTo>
                    <a:pt x="18260" y="16300"/>
                    <a:pt x="17184" y="15001"/>
                    <a:pt x="16182" y="14073"/>
                  </a:cubicBezTo>
                  <a:cubicBezTo>
                    <a:pt x="15180" y="13145"/>
                    <a:pt x="14104" y="12143"/>
                    <a:pt x="13027" y="11178"/>
                  </a:cubicBezTo>
                  <a:cubicBezTo>
                    <a:pt x="11357" y="9731"/>
                    <a:pt x="9725" y="8210"/>
                    <a:pt x="8092" y="6688"/>
                  </a:cubicBezTo>
                  <a:cubicBezTo>
                    <a:pt x="5754" y="4536"/>
                    <a:pt x="3453" y="2346"/>
                    <a:pt x="1152" y="157"/>
                  </a:cubicBezTo>
                  <a:cubicBezTo>
                    <a:pt x="1033" y="46"/>
                    <a:pt x="903" y="0"/>
                    <a:pt x="778" y="0"/>
                  </a:cubicBezTo>
                  <a:close/>
                </a:path>
              </a:pathLst>
            </a:custGeom>
            <a:solidFill>
              <a:srgbClr val="FD6D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2537588" y="1463231"/>
              <a:ext cx="160352" cy="37986"/>
            </a:xfrm>
            <a:custGeom>
              <a:rect b="b" l="l" r="r" t="t"/>
              <a:pathLst>
                <a:path extrusionOk="0" h="1606" w="6796">
                  <a:moveTo>
                    <a:pt x="6165" y="0"/>
                  </a:moveTo>
                  <a:cubicBezTo>
                    <a:pt x="5348" y="0"/>
                    <a:pt x="4532" y="111"/>
                    <a:pt x="3715" y="223"/>
                  </a:cubicBezTo>
                  <a:cubicBezTo>
                    <a:pt x="2676" y="371"/>
                    <a:pt x="1637" y="297"/>
                    <a:pt x="561" y="557"/>
                  </a:cubicBezTo>
                  <a:cubicBezTo>
                    <a:pt x="1" y="767"/>
                    <a:pt x="168" y="1605"/>
                    <a:pt x="750" y="1605"/>
                  </a:cubicBezTo>
                  <a:cubicBezTo>
                    <a:pt x="784" y="1605"/>
                    <a:pt x="820" y="1602"/>
                    <a:pt x="858" y="1596"/>
                  </a:cubicBezTo>
                  <a:cubicBezTo>
                    <a:pt x="1786" y="1410"/>
                    <a:pt x="2751" y="1299"/>
                    <a:pt x="3715" y="1299"/>
                  </a:cubicBezTo>
                  <a:cubicBezTo>
                    <a:pt x="4532" y="1225"/>
                    <a:pt x="5385" y="1039"/>
                    <a:pt x="6165" y="1039"/>
                  </a:cubicBezTo>
                  <a:cubicBezTo>
                    <a:pt x="6796" y="1002"/>
                    <a:pt x="6796" y="37"/>
                    <a:pt x="6165" y="0"/>
                  </a:cubicBezTo>
                  <a:close/>
                </a:path>
              </a:pathLst>
            </a:custGeom>
            <a:solidFill>
              <a:srgbClr val="FD6D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2533671" y="1475744"/>
              <a:ext cx="258837" cy="123986"/>
            </a:xfrm>
            <a:custGeom>
              <a:rect b="b" l="l" r="r" t="t"/>
              <a:pathLst>
                <a:path extrusionOk="0" h="5242" w="10970">
                  <a:moveTo>
                    <a:pt x="705" y="0"/>
                  </a:moveTo>
                  <a:cubicBezTo>
                    <a:pt x="281" y="0"/>
                    <a:pt x="1" y="692"/>
                    <a:pt x="430" y="1030"/>
                  </a:cubicBezTo>
                  <a:cubicBezTo>
                    <a:pt x="1544" y="1846"/>
                    <a:pt x="2508" y="2774"/>
                    <a:pt x="3585" y="3665"/>
                  </a:cubicBezTo>
                  <a:cubicBezTo>
                    <a:pt x="4141" y="4110"/>
                    <a:pt x="4846" y="5112"/>
                    <a:pt x="5626" y="5223"/>
                  </a:cubicBezTo>
                  <a:cubicBezTo>
                    <a:pt x="5732" y="5236"/>
                    <a:pt x="5838" y="5241"/>
                    <a:pt x="5943" y="5241"/>
                  </a:cubicBezTo>
                  <a:cubicBezTo>
                    <a:pt x="7420" y="5241"/>
                    <a:pt x="8810" y="4110"/>
                    <a:pt x="10264" y="4110"/>
                  </a:cubicBezTo>
                  <a:cubicBezTo>
                    <a:pt x="10970" y="4110"/>
                    <a:pt x="10970" y="3034"/>
                    <a:pt x="10264" y="3034"/>
                  </a:cubicBezTo>
                  <a:cubicBezTo>
                    <a:pt x="9169" y="3034"/>
                    <a:pt x="7467" y="4168"/>
                    <a:pt x="6249" y="4168"/>
                  </a:cubicBezTo>
                  <a:cubicBezTo>
                    <a:pt x="6022" y="4168"/>
                    <a:pt x="5812" y="4129"/>
                    <a:pt x="5626" y="4036"/>
                  </a:cubicBezTo>
                  <a:cubicBezTo>
                    <a:pt x="4921" y="3665"/>
                    <a:pt x="4178" y="2774"/>
                    <a:pt x="3585" y="2254"/>
                  </a:cubicBezTo>
                  <a:cubicBezTo>
                    <a:pt x="2694" y="1549"/>
                    <a:pt x="1877" y="770"/>
                    <a:pt x="987" y="102"/>
                  </a:cubicBezTo>
                  <a:cubicBezTo>
                    <a:pt x="890" y="31"/>
                    <a:pt x="795" y="0"/>
                    <a:pt x="705" y="0"/>
                  </a:cubicBezTo>
                  <a:close/>
                </a:path>
              </a:pathLst>
            </a:custGeom>
            <a:solidFill>
              <a:srgbClr val="FD6D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2581167" y="1493909"/>
              <a:ext cx="152660" cy="48180"/>
            </a:xfrm>
            <a:custGeom>
              <a:rect b="b" l="l" r="r" t="t"/>
              <a:pathLst>
                <a:path extrusionOk="0" h="2037" w="6470">
                  <a:moveTo>
                    <a:pt x="5836" y="1"/>
                  </a:moveTo>
                  <a:cubicBezTo>
                    <a:pt x="5825" y="1"/>
                    <a:pt x="5813" y="1"/>
                    <a:pt x="5802" y="2"/>
                  </a:cubicBezTo>
                  <a:cubicBezTo>
                    <a:pt x="4800" y="39"/>
                    <a:pt x="3835" y="187"/>
                    <a:pt x="2833" y="410"/>
                  </a:cubicBezTo>
                  <a:cubicBezTo>
                    <a:pt x="2054" y="633"/>
                    <a:pt x="1126" y="521"/>
                    <a:pt x="458" y="1004"/>
                  </a:cubicBezTo>
                  <a:cubicBezTo>
                    <a:pt x="1" y="1370"/>
                    <a:pt x="295" y="2036"/>
                    <a:pt x="703" y="2036"/>
                  </a:cubicBezTo>
                  <a:cubicBezTo>
                    <a:pt x="791" y="2036"/>
                    <a:pt x="885" y="2005"/>
                    <a:pt x="978" y="1932"/>
                  </a:cubicBezTo>
                  <a:lnTo>
                    <a:pt x="1015" y="1932"/>
                  </a:lnTo>
                  <a:cubicBezTo>
                    <a:pt x="1572" y="1523"/>
                    <a:pt x="2462" y="1635"/>
                    <a:pt x="3167" y="1449"/>
                  </a:cubicBezTo>
                  <a:cubicBezTo>
                    <a:pt x="4021" y="1227"/>
                    <a:pt x="4912" y="1078"/>
                    <a:pt x="5802" y="1078"/>
                  </a:cubicBezTo>
                  <a:cubicBezTo>
                    <a:pt x="6459" y="1042"/>
                    <a:pt x="6470" y="1"/>
                    <a:pt x="5836" y="1"/>
                  </a:cubicBezTo>
                  <a:close/>
                </a:path>
              </a:pathLst>
            </a:custGeom>
            <a:solidFill>
              <a:srgbClr val="FD6D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2631378" y="1516734"/>
              <a:ext cx="133972" cy="47542"/>
            </a:xfrm>
            <a:custGeom>
              <a:rect b="b" l="l" r="r" t="t"/>
              <a:pathLst>
                <a:path extrusionOk="0" h="2010" w="5678">
                  <a:moveTo>
                    <a:pt x="5044" y="1"/>
                  </a:moveTo>
                  <a:cubicBezTo>
                    <a:pt x="5033" y="1"/>
                    <a:pt x="5021" y="1"/>
                    <a:pt x="5010" y="2"/>
                  </a:cubicBezTo>
                  <a:cubicBezTo>
                    <a:pt x="4379" y="2"/>
                    <a:pt x="3748" y="39"/>
                    <a:pt x="3155" y="187"/>
                  </a:cubicBezTo>
                  <a:cubicBezTo>
                    <a:pt x="2338" y="521"/>
                    <a:pt x="1522" y="781"/>
                    <a:pt x="668" y="930"/>
                  </a:cubicBezTo>
                  <a:cubicBezTo>
                    <a:pt x="22" y="1001"/>
                    <a:pt x="1" y="2009"/>
                    <a:pt x="604" y="2009"/>
                  </a:cubicBezTo>
                  <a:cubicBezTo>
                    <a:pt x="624" y="2009"/>
                    <a:pt x="646" y="2008"/>
                    <a:pt x="668" y="2006"/>
                  </a:cubicBezTo>
                  <a:lnTo>
                    <a:pt x="705" y="2006"/>
                  </a:lnTo>
                  <a:cubicBezTo>
                    <a:pt x="2153" y="1820"/>
                    <a:pt x="3489" y="1115"/>
                    <a:pt x="5010" y="1078"/>
                  </a:cubicBezTo>
                  <a:cubicBezTo>
                    <a:pt x="5667" y="1041"/>
                    <a:pt x="5678" y="1"/>
                    <a:pt x="5044" y="1"/>
                  </a:cubicBezTo>
                  <a:close/>
                </a:path>
              </a:pathLst>
            </a:custGeom>
            <a:solidFill>
              <a:srgbClr val="FD6D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2660565" y="1329920"/>
              <a:ext cx="152848" cy="259941"/>
            </a:xfrm>
            <a:custGeom>
              <a:rect b="b" l="l" r="r" t="t"/>
              <a:pathLst>
                <a:path extrusionOk="0" h="10990" w="6478">
                  <a:moveTo>
                    <a:pt x="578" y="1"/>
                  </a:moveTo>
                  <a:cubicBezTo>
                    <a:pt x="293" y="1"/>
                    <a:pt x="0" y="191"/>
                    <a:pt x="25" y="515"/>
                  </a:cubicBezTo>
                  <a:cubicBezTo>
                    <a:pt x="285" y="2259"/>
                    <a:pt x="396" y="4003"/>
                    <a:pt x="433" y="5784"/>
                  </a:cubicBezTo>
                  <a:cubicBezTo>
                    <a:pt x="452" y="6100"/>
                    <a:pt x="702" y="6258"/>
                    <a:pt x="953" y="6258"/>
                  </a:cubicBezTo>
                  <a:cubicBezTo>
                    <a:pt x="1203" y="6258"/>
                    <a:pt x="1454" y="6100"/>
                    <a:pt x="1472" y="5784"/>
                  </a:cubicBezTo>
                  <a:cubicBezTo>
                    <a:pt x="1472" y="4547"/>
                    <a:pt x="1419" y="3328"/>
                    <a:pt x="1299" y="2114"/>
                  </a:cubicBezTo>
                  <a:lnTo>
                    <a:pt x="1299" y="2114"/>
                  </a:lnTo>
                  <a:cubicBezTo>
                    <a:pt x="1723" y="2598"/>
                    <a:pt x="2159" y="3066"/>
                    <a:pt x="2660" y="3447"/>
                  </a:cubicBezTo>
                  <a:cubicBezTo>
                    <a:pt x="3810" y="4300"/>
                    <a:pt x="4998" y="5413"/>
                    <a:pt x="4961" y="6898"/>
                  </a:cubicBezTo>
                  <a:cubicBezTo>
                    <a:pt x="4924" y="7788"/>
                    <a:pt x="4330" y="10423"/>
                    <a:pt x="5369" y="10943"/>
                  </a:cubicBezTo>
                  <a:cubicBezTo>
                    <a:pt x="5448" y="10975"/>
                    <a:pt x="5525" y="10990"/>
                    <a:pt x="5599" y="10990"/>
                  </a:cubicBezTo>
                  <a:cubicBezTo>
                    <a:pt x="6120" y="10990"/>
                    <a:pt x="6478" y="10275"/>
                    <a:pt x="5926" y="10015"/>
                  </a:cubicBezTo>
                  <a:cubicBezTo>
                    <a:pt x="5592" y="9867"/>
                    <a:pt x="6074" y="6118"/>
                    <a:pt x="5851" y="5376"/>
                  </a:cubicBezTo>
                  <a:cubicBezTo>
                    <a:pt x="5554" y="4560"/>
                    <a:pt x="4664" y="3818"/>
                    <a:pt x="4070" y="3224"/>
                  </a:cubicBezTo>
                  <a:cubicBezTo>
                    <a:pt x="2994" y="2222"/>
                    <a:pt x="1992" y="1220"/>
                    <a:pt x="953" y="144"/>
                  </a:cubicBezTo>
                  <a:cubicBezTo>
                    <a:pt x="855" y="46"/>
                    <a:pt x="718" y="1"/>
                    <a:pt x="578" y="1"/>
                  </a:cubicBezTo>
                  <a:close/>
                </a:path>
              </a:pathLst>
            </a:custGeom>
            <a:solidFill>
              <a:srgbClr val="FD6D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2703177" y="1392649"/>
              <a:ext cx="36785" cy="138840"/>
            </a:xfrm>
            <a:custGeom>
              <a:rect b="b" l="l" r="r" t="t"/>
              <a:pathLst>
                <a:path extrusionOk="0" h="5870" w="1559">
                  <a:moveTo>
                    <a:pt x="807" y="0"/>
                  </a:moveTo>
                  <a:cubicBezTo>
                    <a:pt x="645" y="0"/>
                    <a:pt x="483" y="71"/>
                    <a:pt x="371" y="238"/>
                  </a:cubicBezTo>
                  <a:cubicBezTo>
                    <a:pt x="75" y="832"/>
                    <a:pt x="0" y="1500"/>
                    <a:pt x="186" y="2168"/>
                  </a:cubicBezTo>
                  <a:cubicBezTo>
                    <a:pt x="297" y="3244"/>
                    <a:pt x="334" y="4320"/>
                    <a:pt x="297" y="5396"/>
                  </a:cubicBezTo>
                  <a:cubicBezTo>
                    <a:pt x="316" y="5712"/>
                    <a:pt x="566" y="5869"/>
                    <a:pt x="817" y="5869"/>
                  </a:cubicBezTo>
                  <a:cubicBezTo>
                    <a:pt x="1067" y="5869"/>
                    <a:pt x="1318" y="5712"/>
                    <a:pt x="1336" y="5396"/>
                  </a:cubicBezTo>
                  <a:lnTo>
                    <a:pt x="1336" y="2984"/>
                  </a:lnTo>
                  <a:cubicBezTo>
                    <a:pt x="1336" y="2316"/>
                    <a:pt x="928" y="1388"/>
                    <a:pt x="1299" y="795"/>
                  </a:cubicBezTo>
                  <a:cubicBezTo>
                    <a:pt x="1559" y="379"/>
                    <a:pt x="1183" y="0"/>
                    <a:pt x="807" y="0"/>
                  </a:cubicBezTo>
                  <a:close/>
                </a:path>
              </a:pathLst>
            </a:custGeom>
            <a:solidFill>
              <a:srgbClr val="FD6D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2731185" y="1414765"/>
              <a:ext cx="36360" cy="134938"/>
            </a:xfrm>
            <a:custGeom>
              <a:rect b="b" l="l" r="r" t="t"/>
              <a:pathLst>
                <a:path extrusionOk="0" h="5705" w="1541">
                  <a:moveTo>
                    <a:pt x="836" y="0"/>
                  </a:moveTo>
                  <a:cubicBezTo>
                    <a:pt x="622" y="0"/>
                    <a:pt x="401" y="113"/>
                    <a:pt x="298" y="379"/>
                  </a:cubicBezTo>
                  <a:lnTo>
                    <a:pt x="261" y="379"/>
                  </a:lnTo>
                  <a:cubicBezTo>
                    <a:pt x="1" y="1121"/>
                    <a:pt x="261" y="1864"/>
                    <a:pt x="261" y="2643"/>
                  </a:cubicBezTo>
                  <a:cubicBezTo>
                    <a:pt x="261" y="3496"/>
                    <a:pt x="409" y="4350"/>
                    <a:pt x="446" y="5203"/>
                  </a:cubicBezTo>
                  <a:cubicBezTo>
                    <a:pt x="446" y="5537"/>
                    <a:pt x="724" y="5704"/>
                    <a:pt x="998" y="5704"/>
                  </a:cubicBezTo>
                  <a:cubicBezTo>
                    <a:pt x="1272" y="5704"/>
                    <a:pt x="1541" y="5537"/>
                    <a:pt x="1522" y="5203"/>
                  </a:cubicBezTo>
                  <a:cubicBezTo>
                    <a:pt x="1485" y="4498"/>
                    <a:pt x="1337" y="3942"/>
                    <a:pt x="1337" y="3311"/>
                  </a:cubicBezTo>
                  <a:lnTo>
                    <a:pt x="1337" y="1975"/>
                  </a:lnTo>
                  <a:cubicBezTo>
                    <a:pt x="1337" y="1530"/>
                    <a:pt x="1151" y="1121"/>
                    <a:pt x="1337" y="639"/>
                  </a:cubicBezTo>
                  <a:cubicBezTo>
                    <a:pt x="1471" y="259"/>
                    <a:pt x="1161" y="0"/>
                    <a:pt x="836" y="0"/>
                  </a:cubicBezTo>
                  <a:close/>
                </a:path>
              </a:pathLst>
            </a:custGeom>
            <a:solidFill>
              <a:srgbClr val="FD6D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2791423" y="1777726"/>
              <a:ext cx="795269" cy="587859"/>
            </a:xfrm>
            <a:custGeom>
              <a:rect b="b" l="l" r="r" t="t"/>
              <a:pathLst>
                <a:path extrusionOk="0" h="24854" w="33705">
                  <a:moveTo>
                    <a:pt x="31320" y="0"/>
                  </a:moveTo>
                  <a:cubicBezTo>
                    <a:pt x="31001" y="0"/>
                    <a:pt x="30676" y="255"/>
                    <a:pt x="30810" y="657"/>
                  </a:cubicBezTo>
                  <a:cubicBezTo>
                    <a:pt x="31738" y="3552"/>
                    <a:pt x="32406" y="6595"/>
                    <a:pt x="31923" y="9638"/>
                  </a:cubicBezTo>
                  <a:cubicBezTo>
                    <a:pt x="31255" y="13906"/>
                    <a:pt x="27915" y="18396"/>
                    <a:pt x="24279" y="20586"/>
                  </a:cubicBezTo>
                  <a:cubicBezTo>
                    <a:pt x="20902" y="22627"/>
                    <a:pt x="16374" y="23554"/>
                    <a:pt x="12478" y="23777"/>
                  </a:cubicBezTo>
                  <a:cubicBezTo>
                    <a:pt x="12296" y="23788"/>
                    <a:pt x="12116" y="23793"/>
                    <a:pt x="11936" y="23793"/>
                  </a:cubicBezTo>
                  <a:cubicBezTo>
                    <a:pt x="7625" y="23793"/>
                    <a:pt x="3756" y="20860"/>
                    <a:pt x="1085" y="17654"/>
                  </a:cubicBezTo>
                  <a:cubicBezTo>
                    <a:pt x="981" y="17533"/>
                    <a:pt x="862" y="17483"/>
                    <a:pt x="745" y="17483"/>
                  </a:cubicBezTo>
                  <a:cubicBezTo>
                    <a:pt x="358" y="17483"/>
                    <a:pt x="1" y="18034"/>
                    <a:pt x="342" y="18433"/>
                  </a:cubicBezTo>
                  <a:cubicBezTo>
                    <a:pt x="3237" y="21847"/>
                    <a:pt x="7319" y="24853"/>
                    <a:pt x="11958" y="24853"/>
                  </a:cubicBezTo>
                  <a:cubicBezTo>
                    <a:pt x="16448" y="24779"/>
                    <a:pt x="20864" y="23629"/>
                    <a:pt x="24798" y="21513"/>
                  </a:cubicBezTo>
                  <a:cubicBezTo>
                    <a:pt x="28769" y="19361"/>
                    <a:pt x="31738" y="14685"/>
                    <a:pt x="32851" y="10455"/>
                  </a:cubicBezTo>
                  <a:cubicBezTo>
                    <a:pt x="33705" y="7152"/>
                    <a:pt x="32814" y="3515"/>
                    <a:pt x="31812" y="361"/>
                  </a:cubicBezTo>
                  <a:cubicBezTo>
                    <a:pt x="31738" y="110"/>
                    <a:pt x="31530" y="0"/>
                    <a:pt x="31320" y="0"/>
                  </a:cubicBezTo>
                  <a:close/>
                </a:path>
              </a:pathLst>
            </a:custGeom>
            <a:solidFill>
              <a:srgbClr val="FD6D6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3676464" y="1887774"/>
              <a:ext cx="1453632" cy="675229"/>
            </a:xfrm>
            <a:custGeom>
              <a:rect b="b" l="l" r="r" t="t"/>
              <a:pathLst>
                <a:path extrusionOk="0" h="22329" w="25120">
                  <a:moveTo>
                    <a:pt x="0" y="0"/>
                  </a:moveTo>
                  <a:lnTo>
                    <a:pt x="25120" y="0"/>
                  </a:lnTo>
                  <a:lnTo>
                    <a:pt x="25120" y="22329"/>
                  </a:lnTo>
                </a:path>
              </a:pathLst>
            </a:custGeom>
            <a:noFill/>
            <a:ln cap="flat" cmpd="sng" w="19050">
              <a:solidFill>
                <a:srgbClr val="595959"/>
              </a:solidFill>
              <a:prstDash val="solid"/>
              <a:round/>
              <a:headEnd len="sm" w="sm" type="none"/>
              <a:tailEnd len="med" w="med" type="oval"/>
            </a:ln>
          </p:spPr>
        </p:sp>
        <p:grpSp>
          <p:nvGrpSpPr>
            <p:cNvPr id="124" name="Google Shape;124;p5"/>
            <p:cNvGrpSpPr/>
            <p:nvPr/>
          </p:nvGrpSpPr>
          <p:grpSpPr>
            <a:xfrm>
              <a:off x="6025688" y="2730071"/>
              <a:ext cx="5406472" cy="3100551"/>
              <a:chOff x="4517951" y="2383064"/>
              <a:chExt cx="4165232" cy="2388715"/>
            </a:xfrm>
          </p:grpSpPr>
          <p:sp>
            <p:nvSpPr>
              <p:cNvPr id="125" name="Google Shape;125;p5"/>
              <p:cNvSpPr/>
              <p:nvPr/>
            </p:nvSpPr>
            <p:spPr>
              <a:xfrm>
                <a:off x="4517951" y="2383064"/>
                <a:ext cx="380283" cy="377369"/>
              </a:xfrm>
              <a:custGeom>
                <a:rect b="b" l="l" r="r" t="t"/>
                <a:pathLst>
                  <a:path extrusionOk="0" h="29413" w="29548">
                    <a:moveTo>
                      <a:pt x="15315" y="0"/>
                    </a:moveTo>
                    <a:cubicBezTo>
                      <a:pt x="15117" y="0"/>
                      <a:pt x="14920" y="5"/>
                      <a:pt x="14722" y="14"/>
                    </a:cubicBezTo>
                    <a:cubicBezTo>
                      <a:pt x="11260" y="14"/>
                      <a:pt x="7169" y="1658"/>
                      <a:pt x="4896" y="3791"/>
                    </a:cubicBezTo>
                    <a:cubicBezTo>
                      <a:pt x="2588" y="5924"/>
                      <a:pt x="1" y="9560"/>
                      <a:pt x="105" y="13232"/>
                    </a:cubicBezTo>
                    <a:cubicBezTo>
                      <a:pt x="175" y="16903"/>
                      <a:pt x="420" y="19701"/>
                      <a:pt x="3078" y="23687"/>
                    </a:cubicBezTo>
                    <a:cubicBezTo>
                      <a:pt x="4476" y="25960"/>
                      <a:pt x="6714" y="27638"/>
                      <a:pt x="9302" y="28407"/>
                    </a:cubicBezTo>
                    <a:cubicBezTo>
                      <a:pt x="10196" y="28714"/>
                      <a:pt x="12563" y="29412"/>
                      <a:pt x="15137" y="29412"/>
                    </a:cubicBezTo>
                    <a:cubicBezTo>
                      <a:pt x="16087" y="29412"/>
                      <a:pt x="17066" y="29317"/>
                      <a:pt x="18009" y="29072"/>
                    </a:cubicBezTo>
                    <a:cubicBezTo>
                      <a:pt x="21505" y="28128"/>
                      <a:pt x="24198" y="26869"/>
                      <a:pt x="26016" y="24176"/>
                    </a:cubicBezTo>
                    <a:cubicBezTo>
                      <a:pt x="27799" y="21484"/>
                      <a:pt x="29548" y="18861"/>
                      <a:pt x="29478" y="14700"/>
                    </a:cubicBezTo>
                    <a:cubicBezTo>
                      <a:pt x="29373" y="10574"/>
                      <a:pt x="27904" y="7602"/>
                      <a:pt x="26680" y="6134"/>
                    </a:cubicBezTo>
                    <a:cubicBezTo>
                      <a:pt x="25456" y="4665"/>
                      <a:pt x="23463" y="2602"/>
                      <a:pt x="21121" y="1448"/>
                    </a:cubicBezTo>
                    <a:cubicBezTo>
                      <a:pt x="19336" y="492"/>
                      <a:pt x="17347" y="0"/>
                      <a:pt x="15315" y="0"/>
                    </a:cubicBezTo>
                    <a:close/>
                  </a:path>
                </a:pathLst>
              </a:custGeom>
              <a:solidFill>
                <a:srgbClr val="A2CD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Fira Sans Extra Condensed Medium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3</a:t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5"/>
              <p:cNvSpPr/>
              <p:nvPr/>
            </p:nvSpPr>
            <p:spPr>
              <a:xfrm rot="-5400000">
                <a:off x="7150274" y="3238869"/>
                <a:ext cx="1357057" cy="1708762"/>
              </a:xfrm>
              <a:custGeom>
                <a:rect b="b" l="l" r="r" t="t"/>
                <a:pathLst>
                  <a:path extrusionOk="0" h="34664" w="39176">
                    <a:moveTo>
                      <a:pt x="21371" y="1"/>
                    </a:moveTo>
                    <a:cubicBezTo>
                      <a:pt x="17061" y="1"/>
                      <a:pt x="13042" y="101"/>
                      <a:pt x="8684" y="101"/>
                    </a:cubicBezTo>
                    <a:cubicBezTo>
                      <a:pt x="7872" y="101"/>
                      <a:pt x="7049" y="97"/>
                      <a:pt x="6209" y="89"/>
                    </a:cubicBezTo>
                    <a:lnTo>
                      <a:pt x="6209" y="57"/>
                    </a:lnTo>
                    <a:cubicBezTo>
                      <a:pt x="4193" y="121"/>
                      <a:pt x="1824" y="377"/>
                      <a:pt x="800" y="2073"/>
                    </a:cubicBezTo>
                    <a:cubicBezTo>
                      <a:pt x="288" y="2905"/>
                      <a:pt x="256" y="3930"/>
                      <a:pt x="256" y="4890"/>
                    </a:cubicBezTo>
                    <a:lnTo>
                      <a:pt x="0" y="27294"/>
                    </a:lnTo>
                    <a:cubicBezTo>
                      <a:pt x="0" y="29502"/>
                      <a:pt x="128" y="31999"/>
                      <a:pt x="1921" y="33343"/>
                    </a:cubicBezTo>
                    <a:cubicBezTo>
                      <a:pt x="3137" y="34239"/>
                      <a:pt x="4737" y="34367"/>
                      <a:pt x="6209" y="34463"/>
                    </a:cubicBezTo>
                    <a:cubicBezTo>
                      <a:pt x="8837" y="34597"/>
                      <a:pt x="11467" y="34664"/>
                      <a:pt x="14096" y="34664"/>
                    </a:cubicBezTo>
                    <a:cubicBezTo>
                      <a:pt x="20882" y="34664"/>
                      <a:pt x="27661" y="34220"/>
                      <a:pt x="34375" y="33343"/>
                    </a:cubicBezTo>
                    <a:cubicBezTo>
                      <a:pt x="35399" y="33183"/>
                      <a:pt x="36455" y="33023"/>
                      <a:pt x="37255" y="32447"/>
                    </a:cubicBezTo>
                    <a:cubicBezTo>
                      <a:pt x="38631" y="31455"/>
                      <a:pt x="38823" y="29630"/>
                      <a:pt x="38920" y="27998"/>
                    </a:cubicBezTo>
                    <a:cubicBezTo>
                      <a:pt x="39176" y="22781"/>
                      <a:pt x="39112" y="17532"/>
                      <a:pt x="38791" y="12315"/>
                    </a:cubicBezTo>
                    <a:cubicBezTo>
                      <a:pt x="38695" y="9851"/>
                      <a:pt x="38343" y="7418"/>
                      <a:pt x="37767" y="5018"/>
                    </a:cubicBezTo>
                    <a:cubicBezTo>
                      <a:pt x="37575" y="3994"/>
                      <a:pt x="37095" y="3033"/>
                      <a:pt x="36423" y="2233"/>
                    </a:cubicBezTo>
                    <a:cubicBezTo>
                      <a:pt x="35463" y="1241"/>
                      <a:pt x="34055" y="825"/>
                      <a:pt x="32646" y="569"/>
                    </a:cubicBezTo>
                    <a:cubicBezTo>
                      <a:pt x="30086" y="89"/>
                      <a:pt x="27461" y="57"/>
                      <a:pt x="24837" y="25"/>
                    </a:cubicBezTo>
                    <a:cubicBezTo>
                      <a:pt x="23654" y="7"/>
                      <a:pt x="22502" y="1"/>
                      <a:pt x="21371" y="1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7" name="Google Shape;127;p5"/>
              <p:cNvGrpSpPr/>
              <p:nvPr/>
            </p:nvGrpSpPr>
            <p:grpSpPr>
              <a:xfrm>
                <a:off x="6443250" y="3874618"/>
                <a:ext cx="850500" cy="698400"/>
                <a:chOff x="6443250" y="3874618"/>
                <a:chExt cx="850500" cy="698400"/>
              </a:xfrm>
            </p:grpSpPr>
            <p:sp>
              <p:nvSpPr>
                <p:cNvPr id="128" name="Google Shape;128;p5"/>
                <p:cNvSpPr/>
                <p:nvPr/>
              </p:nvSpPr>
              <p:spPr>
                <a:xfrm flipH="1">
                  <a:off x="6443250" y="3874618"/>
                  <a:ext cx="850500" cy="6984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9" name="Google Shape;129;p5"/>
                <p:cNvGrpSpPr/>
                <p:nvPr/>
              </p:nvGrpSpPr>
              <p:grpSpPr>
                <a:xfrm>
                  <a:off x="6525444" y="3985701"/>
                  <a:ext cx="686089" cy="456606"/>
                  <a:chOff x="3625816" y="1218498"/>
                  <a:chExt cx="610182" cy="406052"/>
                </a:xfrm>
              </p:grpSpPr>
              <p:sp>
                <p:nvSpPr>
                  <p:cNvPr id="130" name="Google Shape;130;p5"/>
                  <p:cNvSpPr/>
                  <p:nvPr/>
                </p:nvSpPr>
                <p:spPr>
                  <a:xfrm>
                    <a:off x="3637213" y="1359668"/>
                    <a:ext cx="587570" cy="146072"/>
                  </a:xfrm>
                  <a:custGeom>
                    <a:rect b="b" l="l" r="r" t="t"/>
                    <a:pathLst>
                      <a:path extrusionOk="0" h="8016" w="32324">
                        <a:moveTo>
                          <a:pt x="26757" y="0"/>
                        </a:moveTo>
                        <a:cubicBezTo>
                          <a:pt x="26767" y="7"/>
                          <a:pt x="26779" y="17"/>
                          <a:pt x="26792" y="30"/>
                        </a:cubicBezTo>
                        <a:lnTo>
                          <a:pt x="26792" y="30"/>
                        </a:lnTo>
                        <a:cubicBezTo>
                          <a:pt x="26729" y="27"/>
                          <a:pt x="26666" y="26"/>
                          <a:pt x="26602" y="26"/>
                        </a:cubicBezTo>
                        <a:cubicBezTo>
                          <a:pt x="25639" y="26"/>
                          <a:pt x="24604" y="263"/>
                          <a:pt x="23790" y="263"/>
                        </a:cubicBezTo>
                        <a:cubicBezTo>
                          <a:pt x="23739" y="263"/>
                          <a:pt x="23689" y="262"/>
                          <a:pt x="23639" y="260"/>
                        </a:cubicBezTo>
                        <a:cubicBezTo>
                          <a:pt x="21116" y="260"/>
                          <a:pt x="18333" y="371"/>
                          <a:pt x="15921" y="631"/>
                        </a:cubicBezTo>
                        <a:cubicBezTo>
                          <a:pt x="12321" y="965"/>
                          <a:pt x="8832" y="1559"/>
                          <a:pt x="5344" y="2190"/>
                        </a:cubicBezTo>
                        <a:cubicBezTo>
                          <a:pt x="4045" y="2486"/>
                          <a:pt x="2635" y="2561"/>
                          <a:pt x="1373" y="2858"/>
                        </a:cubicBezTo>
                        <a:cubicBezTo>
                          <a:pt x="928" y="2932"/>
                          <a:pt x="483" y="3043"/>
                          <a:pt x="74" y="3192"/>
                        </a:cubicBezTo>
                        <a:lnTo>
                          <a:pt x="0" y="3377"/>
                        </a:lnTo>
                        <a:cubicBezTo>
                          <a:pt x="297" y="3674"/>
                          <a:pt x="1410" y="3748"/>
                          <a:pt x="1856" y="3859"/>
                        </a:cubicBezTo>
                        <a:cubicBezTo>
                          <a:pt x="3748" y="3971"/>
                          <a:pt x="5641" y="4156"/>
                          <a:pt x="7534" y="4490"/>
                        </a:cubicBezTo>
                        <a:cubicBezTo>
                          <a:pt x="10906" y="4962"/>
                          <a:pt x="30893" y="7984"/>
                          <a:pt x="32051" y="7984"/>
                        </a:cubicBezTo>
                        <a:cubicBezTo>
                          <a:pt x="32078" y="7984"/>
                          <a:pt x="32095" y="7982"/>
                          <a:pt x="32101" y="7979"/>
                        </a:cubicBezTo>
                        <a:lnTo>
                          <a:pt x="32323" y="8016"/>
                        </a:lnTo>
                        <a:cubicBezTo>
                          <a:pt x="32287" y="7579"/>
                          <a:pt x="27471" y="650"/>
                          <a:pt x="26792" y="30"/>
                        </a:cubicBezTo>
                        <a:lnTo>
                          <a:pt x="26792" y="30"/>
                        </a:lnTo>
                        <a:cubicBezTo>
                          <a:pt x="26843" y="31"/>
                          <a:pt x="26893" y="34"/>
                          <a:pt x="26942" y="37"/>
                        </a:cubicBezTo>
                        <a:lnTo>
                          <a:pt x="26757" y="0"/>
                        </a:lnTo>
                        <a:close/>
                      </a:path>
                    </a:pathLst>
                  </a:custGeom>
                  <a:solidFill>
                    <a:srgbClr val="A2CD37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1" name="Google Shape;131;p5"/>
                  <p:cNvSpPr/>
                  <p:nvPr/>
                </p:nvSpPr>
                <p:spPr>
                  <a:xfrm>
                    <a:off x="3625816" y="1349974"/>
                    <a:ext cx="610182" cy="165606"/>
                  </a:xfrm>
                  <a:custGeom>
                    <a:rect b="b" l="l" r="r" t="t"/>
                    <a:pathLst>
                      <a:path extrusionOk="0" h="9088" w="33568">
                        <a:moveTo>
                          <a:pt x="26804" y="1122"/>
                        </a:moveTo>
                        <a:cubicBezTo>
                          <a:pt x="26953" y="1122"/>
                          <a:pt x="27102" y="1123"/>
                          <a:pt x="27251" y="1123"/>
                        </a:cubicBezTo>
                        <a:lnTo>
                          <a:pt x="27251" y="1123"/>
                        </a:lnTo>
                        <a:cubicBezTo>
                          <a:pt x="28283" y="2133"/>
                          <a:pt x="29079" y="3627"/>
                          <a:pt x="29907" y="4800"/>
                        </a:cubicBezTo>
                        <a:cubicBezTo>
                          <a:pt x="30527" y="5686"/>
                          <a:pt x="31524" y="6783"/>
                          <a:pt x="32092" y="7868"/>
                        </a:cubicBezTo>
                        <a:lnTo>
                          <a:pt x="32092" y="7868"/>
                        </a:lnTo>
                        <a:cubicBezTo>
                          <a:pt x="31135" y="7736"/>
                          <a:pt x="29989" y="7679"/>
                          <a:pt x="29054" y="7546"/>
                        </a:cubicBezTo>
                        <a:cubicBezTo>
                          <a:pt x="26011" y="7101"/>
                          <a:pt x="22930" y="6655"/>
                          <a:pt x="19887" y="6210"/>
                        </a:cubicBezTo>
                        <a:lnTo>
                          <a:pt x="10944" y="4911"/>
                        </a:lnTo>
                        <a:cubicBezTo>
                          <a:pt x="10127" y="4800"/>
                          <a:pt x="9274" y="4651"/>
                          <a:pt x="8457" y="4540"/>
                        </a:cubicBezTo>
                        <a:cubicBezTo>
                          <a:pt x="7530" y="4429"/>
                          <a:pt x="6602" y="4280"/>
                          <a:pt x="5674" y="4132"/>
                        </a:cubicBezTo>
                        <a:cubicBezTo>
                          <a:pt x="4593" y="4026"/>
                          <a:pt x="3306" y="4071"/>
                          <a:pt x="2173" y="3866"/>
                        </a:cubicBezTo>
                        <a:lnTo>
                          <a:pt x="2173" y="3866"/>
                        </a:lnTo>
                        <a:cubicBezTo>
                          <a:pt x="3746" y="3521"/>
                          <a:pt x="5375" y="3345"/>
                          <a:pt x="6936" y="3056"/>
                        </a:cubicBezTo>
                        <a:cubicBezTo>
                          <a:pt x="9571" y="2610"/>
                          <a:pt x="12243" y="2165"/>
                          <a:pt x="14915" y="1868"/>
                        </a:cubicBezTo>
                        <a:cubicBezTo>
                          <a:pt x="18845" y="1381"/>
                          <a:pt x="22808" y="1122"/>
                          <a:pt x="26804" y="1122"/>
                        </a:cubicBezTo>
                        <a:close/>
                        <a:moveTo>
                          <a:pt x="27424" y="0"/>
                        </a:moveTo>
                        <a:cubicBezTo>
                          <a:pt x="27347" y="0"/>
                          <a:pt x="27273" y="18"/>
                          <a:pt x="27205" y="50"/>
                        </a:cubicBezTo>
                        <a:lnTo>
                          <a:pt x="27205" y="50"/>
                        </a:lnTo>
                        <a:cubicBezTo>
                          <a:pt x="22812" y="65"/>
                          <a:pt x="18419" y="327"/>
                          <a:pt x="14061" y="903"/>
                        </a:cubicBezTo>
                        <a:cubicBezTo>
                          <a:pt x="11872" y="1163"/>
                          <a:pt x="9645" y="1534"/>
                          <a:pt x="7455" y="1905"/>
                        </a:cubicBezTo>
                        <a:cubicBezTo>
                          <a:pt x="5229" y="2276"/>
                          <a:pt x="2780" y="2499"/>
                          <a:pt x="553" y="3204"/>
                        </a:cubicBezTo>
                        <a:cubicBezTo>
                          <a:pt x="340" y="3267"/>
                          <a:pt x="228" y="3427"/>
                          <a:pt x="200" y="3603"/>
                        </a:cubicBezTo>
                        <a:lnTo>
                          <a:pt x="200" y="3603"/>
                        </a:lnTo>
                        <a:cubicBezTo>
                          <a:pt x="14" y="3837"/>
                          <a:pt x="0" y="4206"/>
                          <a:pt x="330" y="4391"/>
                        </a:cubicBezTo>
                        <a:lnTo>
                          <a:pt x="367" y="4391"/>
                        </a:lnTo>
                        <a:cubicBezTo>
                          <a:pt x="2074" y="5282"/>
                          <a:pt x="4487" y="5059"/>
                          <a:pt x="6342" y="5319"/>
                        </a:cubicBezTo>
                        <a:cubicBezTo>
                          <a:pt x="7567" y="5468"/>
                          <a:pt x="8829" y="5653"/>
                          <a:pt x="10053" y="5839"/>
                        </a:cubicBezTo>
                        <a:lnTo>
                          <a:pt x="19108" y="7175"/>
                        </a:lnTo>
                        <a:cubicBezTo>
                          <a:pt x="22337" y="7620"/>
                          <a:pt x="25565" y="8103"/>
                          <a:pt x="28794" y="8548"/>
                        </a:cubicBezTo>
                        <a:cubicBezTo>
                          <a:pt x="29759" y="8696"/>
                          <a:pt x="30761" y="8808"/>
                          <a:pt x="31726" y="8956"/>
                        </a:cubicBezTo>
                        <a:cubicBezTo>
                          <a:pt x="32077" y="8988"/>
                          <a:pt x="32675" y="9075"/>
                          <a:pt x="32788" y="9075"/>
                        </a:cubicBezTo>
                        <a:cubicBezTo>
                          <a:pt x="32807" y="9075"/>
                          <a:pt x="32812" y="9073"/>
                          <a:pt x="32802" y="9067"/>
                        </a:cubicBezTo>
                        <a:lnTo>
                          <a:pt x="32802" y="9067"/>
                        </a:lnTo>
                        <a:cubicBezTo>
                          <a:pt x="32852" y="9081"/>
                          <a:pt x="32901" y="9087"/>
                          <a:pt x="32949" y="9087"/>
                        </a:cubicBezTo>
                        <a:cubicBezTo>
                          <a:pt x="33294" y="9087"/>
                          <a:pt x="33568" y="8758"/>
                          <a:pt x="33470" y="8399"/>
                        </a:cubicBezTo>
                        <a:cubicBezTo>
                          <a:pt x="33025" y="6952"/>
                          <a:pt x="31651" y="5468"/>
                          <a:pt x="30798" y="4243"/>
                        </a:cubicBezTo>
                        <a:cubicBezTo>
                          <a:pt x="29958" y="3034"/>
                          <a:pt x="29149" y="1521"/>
                          <a:pt x="28095" y="474"/>
                        </a:cubicBezTo>
                        <a:lnTo>
                          <a:pt x="28095" y="474"/>
                        </a:lnTo>
                        <a:cubicBezTo>
                          <a:pt x="28053" y="306"/>
                          <a:pt x="27931" y="153"/>
                          <a:pt x="27718" y="87"/>
                        </a:cubicBezTo>
                        <a:lnTo>
                          <a:pt x="27532" y="12"/>
                        </a:lnTo>
                        <a:cubicBezTo>
                          <a:pt x="27496" y="4"/>
                          <a:pt x="27460" y="0"/>
                          <a:pt x="27424" y="0"/>
                        </a:cubicBezTo>
                        <a:close/>
                      </a:path>
                    </a:pathLst>
                  </a:custGeom>
                  <a:solidFill>
                    <a:srgbClr val="7A9C26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2" name="Google Shape;132;p5"/>
                  <p:cNvSpPr/>
                  <p:nvPr/>
                </p:nvSpPr>
                <p:spPr>
                  <a:xfrm>
                    <a:off x="3645302" y="1227792"/>
                    <a:ext cx="435115" cy="183956"/>
                  </a:xfrm>
                  <a:custGeom>
                    <a:rect b="b" l="l" r="r" t="t"/>
                    <a:pathLst>
                      <a:path extrusionOk="0" h="10095" w="23937">
                        <a:moveTo>
                          <a:pt x="19706" y="1"/>
                        </a:moveTo>
                        <a:cubicBezTo>
                          <a:pt x="18667" y="594"/>
                          <a:pt x="17591" y="1114"/>
                          <a:pt x="16477" y="1559"/>
                        </a:cubicBezTo>
                        <a:cubicBezTo>
                          <a:pt x="16106" y="1893"/>
                          <a:pt x="15401" y="1930"/>
                          <a:pt x="14993" y="2264"/>
                        </a:cubicBezTo>
                        <a:cubicBezTo>
                          <a:pt x="14436" y="2561"/>
                          <a:pt x="14251" y="2932"/>
                          <a:pt x="13731" y="3006"/>
                        </a:cubicBezTo>
                        <a:cubicBezTo>
                          <a:pt x="12655" y="3489"/>
                          <a:pt x="11579" y="4008"/>
                          <a:pt x="10540" y="4602"/>
                        </a:cubicBezTo>
                        <a:cubicBezTo>
                          <a:pt x="8870" y="5233"/>
                          <a:pt x="7311" y="6124"/>
                          <a:pt x="5827" y="6829"/>
                        </a:cubicBezTo>
                        <a:cubicBezTo>
                          <a:pt x="4380" y="7534"/>
                          <a:pt x="116" y="9906"/>
                          <a:pt x="1" y="10094"/>
                        </a:cubicBezTo>
                        <a:lnTo>
                          <a:pt x="1" y="10094"/>
                        </a:lnTo>
                        <a:cubicBezTo>
                          <a:pt x="53" y="10044"/>
                          <a:pt x="11697" y="7050"/>
                          <a:pt x="14882" y="6606"/>
                        </a:cubicBezTo>
                        <a:lnTo>
                          <a:pt x="21487" y="5716"/>
                        </a:lnTo>
                        <a:cubicBezTo>
                          <a:pt x="21970" y="5641"/>
                          <a:pt x="23937" y="5456"/>
                          <a:pt x="23937" y="5456"/>
                        </a:cubicBezTo>
                        <a:lnTo>
                          <a:pt x="19706" y="1"/>
                        </a:lnTo>
                        <a:close/>
                        <a:moveTo>
                          <a:pt x="1" y="10094"/>
                        </a:moveTo>
                        <a:lnTo>
                          <a:pt x="1" y="10094"/>
                        </a:lnTo>
                        <a:cubicBezTo>
                          <a:pt x="1" y="10094"/>
                          <a:pt x="0" y="10094"/>
                          <a:pt x="0" y="10095"/>
                        </a:cubicBezTo>
                        <a:cubicBezTo>
                          <a:pt x="1" y="10094"/>
                          <a:pt x="1" y="10094"/>
                          <a:pt x="1" y="10094"/>
                        </a:cubicBezTo>
                        <a:close/>
                      </a:path>
                    </a:pathLst>
                  </a:custGeom>
                  <a:solidFill>
                    <a:srgbClr val="A2CD37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3" name="Google Shape;133;p5"/>
                  <p:cNvSpPr/>
                  <p:nvPr/>
                </p:nvSpPr>
                <p:spPr>
                  <a:xfrm>
                    <a:off x="3632505" y="1218498"/>
                    <a:ext cx="461399" cy="202452"/>
                  </a:xfrm>
                  <a:custGeom>
                    <a:rect b="b" l="l" r="r" t="t"/>
                    <a:pathLst>
                      <a:path extrusionOk="0" h="11110" w="25383">
                        <a:moveTo>
                          <a:pt x="20113" y="993"/>
                        </a:moveTo>
                        <a:lnTo>
                          <a:pt x="20116" y="996"/>
                        </a:lnTo>
                        <a:lnTo>
                          <a:pt x="20116" y="996"/>
                        </a:lnTo>
                        <a:cubicBezTo>
                          <a:pt x="20115" y="995"/>
                          <a:pt x="20114" y="994"/>
                          <a:pt x="20113" y="993"/>
                        </a:cubicBezTo>
                        <a:close/>
                        <a:moveTo>
                          <a:pt x="20270" y="1202"/>
                        </a:moveTo>
                        <a:lnTo>
                          <a:pt x="20893" y="2032"/>
                        </a:lnTo>
                        <a:lnTo>
                          <a:pt x="23654" y="5514"/>
                        </a:lnTo>
                        <a:lnTo>
                          <a:pt x="23654" y="5514"/>
                        </a:lnTo>
                        <a:cubicBezTo>
                          <a:pt x="20960" y="5805"/>
                          <a:pt x="18291" y="6197"/>
                          <a:pt x="15623" y="6560"/>
                        </a:cubicBezTo>
                        <a:cubicBezTo>
                          <a:pt x="15580" y="6566"/>
                          <a:pt x="15540" y="6576"/>
                          <a:pt x="15503" y="6589"/>
                        </a:cubicBezTo>
                        <a:lnTo>
                          <a:pt x="15503" y="6589"/>
                        </a:lnTo>
                        <a:cubicBezTo>
                          <a:pt x="15481" y="6591"/>
                          <a:pt x="15460" y="6593"/>
                          <a:pt x="15437" y="6597"/>
                        </a:cubicBezTo>
                        <a:cubicBezTo>
                          <a:pt x="11475" y="7213"/>
                          <a:pt x="7558" y="8224"/>
                          <a:pt x="3670" y="9244"/>
                        </a:cubicBezTo>
                        <a:lnTo>
                          <a:pt x="3670" y="9244"/>
                        </a:lnTo>
                        <a:cubicBezTo>
                          <a:pt x="4752" y="8701"/>
                          <a:pt x="5892" y="8232"/>
                          <a:pt x="6828" y="7784"/>
                        </a:cubicBezTo>
                        <a:cubicBezTo>
                          <a:pt x="10205" y="6114"/>
                          <a:pt x="13693" y="4593"/>
                          <a:pt x="16996" y="2774"/>
                        </a:cubicBezTo>
                        <a:cubicBezTo>
                          <a:pt x="17998" y="2218"/>
                          <a:pt x="19111" y="1809"/>
                          <a:pt x="20113" y="1290"/>
                        </a:cubicBezTo>
                        <a:cubicBezTo>
                          <a:pt x="20174" y="1257"/>
                          <a:pt x="20226" y="1228"/>
                          <a:pt x="20270" y="1202"/>
                        </a:cubicBezTo>
                        <a:close/>
                        <a:moveTo>
                          <a:pt x="20387" y="0"/>
                        </a:moveTo>
                        <a:cubicBezTo>
                          <a:pt x="20295" y="0"/>
                          <a:pt x="20201" y="21"/>
                          <a:pt x="20113" y="65"/>
                        </a:cubicBezTo>
                        <a:cubicBezTo>
                          <a:pt x="16922" y="1809"/>
                          <a:pt x="13582" y="3405"/>
                          <a:pt x="10242" y="4927"/>
                        </a:cubicBezTo>
                        <a:cubicBezTo>
                          <a:pt x="8127" y="5854"/>
                          <a:pt x="6048" y="6968"/>
                          <a:pt x="3970" y="8044"/>
                        </a:cubicBezTo>
                        <a:cubicBezTo>
                          <a:pt x="2820" y="8675"/>
                          <a:pt x="1298" y="9269"/>
                          <a:pt x="333" y="10196"/>
                        </a:cubicBezTo>
                        <a:cubicBezTo>
                          <a:pt x="0" y="10563"/>
                          <a:pt x="265" y="11109"/>
                          <a:pt x="699" y="11109"/>
                        </a:cubicBezTo>
                        <a:cubicBezTo>
                          <a:pt x="749" y="11109"/>
                          <a:pt x="800" y="11102"/>
                          <a:pt x="853" y="11087"/>
                        </a:cubicBezTo>
                        <a:cubicBezTo>
                          <a:pt x="5751" y="9825"/>
                          <a:pt x="10724" y="8378"/>
                          <a:pt x="15734" y="7636"/>
                        </a:cubicBezTo>
                        <a:cubicBezTo>
                          <a:pt x="15783" y="7628"/>
                          <a:pt x="15826" y="7615"/>
                          <a:pt x="15865" y="7598"/>
                        </a:cubicBezTo>
                        <a:lnTo>
                          <a:pt x="15865" y="7598"/>
                        </a:lnTo>
                        <a:cubicBezTo>
                          <a:pt x="18780" y="7200"/>
                          <a:pt x="21728" y="6774"/>
                          <a:pt x="24641" y="6522"/>
                        </a:cubicBezTo>
                        <a:cubicBezTo>
                          <a:pt x="25123" y="6485"/>
                          <a:pt x="25383" y="5929"/>
                          <a:pt x="25012" y="5595"/>
                        </a:cubicBezTo>
                        <a:lnTo>
                          <a:pt x="20781" y="139"/>
                        </a:lnTo>
                        <a:cubicBezTo>
                          <a:pt x="20669" y="50"/>
                          <a:pt x="20529" y="0"/>
                          <a:pt x="20387" y="0"/>
                        </a:cubicBezTo>
                        <a:close/>
                      </a:path>
                    </a:pathLst>
                  </a:custGeom>
                  <a:solidFill>
                    <a:srgbClr val="7A9C26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" name="Google Shape;134;p5"/>
                  <p:cNvSpPr/>
                  <p:nvPr/>
                </p:nvSpPr>
                <p:spPr>
                  <a:xfrm>
                    <a:off x="4068929" y="1320380"/>
                    <a:ext cx="23631" cy="46996"/>
                  </a:xfrm>
                  <a:custGeom>
                    <a:rect b="b" l="l" r="r" t="t"/>
                    <a:pathLst>
                      <a:path extrusionOk="0" h="2579" w="1300">
                        <a:moveTo>
                          <a:pt x="759" y="1"/>
                        </a:moveTo>
                        <a:cubicBezTo>
                          <a:pt x="610" y="1"/>
                          <a:pt x="468" y="83"/>
                          <a:pt x="372" y="226"/>
                        </a:cubicBezTo>
                        <a:cubicBezTo>
                          <a:pt x="112" y="820"/>
                          <a:pt x="1" y="1488"/>
                          <a:pt x="38" y="2119"/>
                        </a:cubicBezTo>
                        <a:cubicBezTo>
                          <a:pt x="57" y="2420"/>
                          <a:pt x="305" y="2578"/>
                          <a:pt x="540" y="2578"/>
                        </a:cubicBezTo>
                        <a:cubicBezTo>
                          <a:pt x="768" y="2578"/>
                          <a:pt x="984" y="2430"/>
                          <a:pt x="966" y="2119"/>
                        </a:cubicBezTo>
                        <a:cubicBezTo>
                          <a:pt x="929" y="1636"/>
                          <a:pt x="1003" y="1154"/>
                          <a:pt x="1188" y="709"/>
                        </a:cubicBezTo>
                        <a:cubicBezTo>
                          <a:pt x="1300" y="486"/>
                          <a:pt x="1225" y="189"/>
                          <a:pt x="1003" y="78"/>
                        </a:cubicBezTo>
                        <a:cubicBezTo>
                          <a:pt x="924" y="25"/>
                          <a:pt x="840" y="1"/>
                          <a:pt x="759" y="1"/>
                        </a:cubicBezTo>
                        <a:close/>
                      </a:path>
                    </a:pathLst>
                  </a:custGeom>
                  <a:solidFill>
                    <a:srgbClr val="7A9C26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5" name="Google Shape;135;p5"/>
                  <p:cNvSpPr/>
                  <p:nvPr/>
                </p:nvSpPr>
                <p:spPr>
                  <a:xfrm>
                    <a:off x="3642612" y="1426526"/>
                    <a:ext cx="426335" cy="184721"/>
                  </a:xfrm>
                  <a:custGeom>
                    <a:rect b="b" l="l" r="r" t="t"/>
                    <a:pathLst>
                      <a:path extrusionOk="0" h="10137" w="23454">
                        <a:moveTo>
                          <a:pt x="29" y="0"/>
                        </a:moveTo>
                        <a:cubicBezTo>
                          <a:pt x="16" y="0"/>
                          <a:pt x="7" y="2"/>
                          <a:pt x="0" y="5"/>
                        </a:cubicBezTo>
                        <a:lnTo>
                          <a:pt x="3847" y="1667"/>
                        </a:lnTo>
                        <a:lnTo>
                          <a:pt x="3847" y="1667"/>
                        </a:lnTo>
                        <a:cubicBezTo>
                          <a:pt x="2020" y="783"/>
                          <a:pt x="307" y="0"/>
                          <a:pt x="29" y="0"/>
                        </a:cubicBezTo>
                        <a:close/>
                        <a:moveTo>
                          <a:pt x="3847" y="1667"/>
                        </a:moveTo>
                        <a:cubicBezTo>
                          <a:pt x="5678" y="2552"/>
                          <a:pt x="7623" y="3539"/>
                          <a:pt x="8350" y="3939"/>
                        </a:cubicBezTo>
                        <a:cubicBezTo>
                          <a:pt x="9871" y="4570"/>
                          <a:pt x="22006" y="9765"/>
                          <a:pt x="23454" y="10136"/>
                        </a:cubicBezTo>
                        <a:lnTo>
                          <a:pt x="3847" y="1667"/>
                        </a:lnTo>
                        <a:close/>
                      </a:path>
                    </a:pathLst>
                  </a:custGeom>
                  <a:solidFill>
                    <a:srgbClr val="934584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6" name="Google Shape;136;p5"/>
                  <p:cNvSpPr/>
                  <p:nvPr/>
                </p:nvSpPr>
                <p:spPr>
                  <a:xfrm>
                    <a:off x="3631142" y="1417124"/>
                    <a:ext cx="450675" cy="203764"/>
                  </a:xfrm>
                  <a:custGeom>
                    <a:rect b="b" l="l" r="r" t="t"/>
                    <a:pathLst>
                      <a:path extrusionOk="0" h="11182" w="24793">
                        <a:moveTo>
                          <a:pt x="685" y="1"/>
                        </a:moveTo>
                        <a:cubicBezTo>
                          <a:pt x="667" y="1"/>
                          <a:pt x="649" y="1"/>
                          <a:pt x="631" y="1"/>
                        </a:cubicBezTo>
                        <a:cubicBezTo>
                          <a:pt x="0" y="39"/>
                          <a:pt x="0" y="966"/>
                          <a:pt x="631" y="1040"/>
                        </a:cubicBezTo>
                        <a:cubicBezTo>
                          <a:pt x="1336" y="1040"/>
                          <a:pt x="2412" y="1783"/>
                          <a:pt x="3006" y="2080"/>
                        </a:cubicBezTo>
                        <a:cubicBezTo>
                          <a:pt x="4342" y="2673"/>
                          <a:pt x="5641" y="3341"/>
                          <a:pt x="6940" y="3972"/>
                        </a:cubicBezTo>
                        <a:cubicBezTo>
                          <a:pt x="8313" y="4714"/>
                          <a:pt x="9723" y="5345"/>
                          <a:pt x="11207" y="5976"/>
                        </a:cubicBezTo>
                        <a:cubicBezTo>
                          <a:pt x="15364" y="7720"/>
                          <a:pt x="19594" y="9910"/>
                          <a:pt x="23936" y="11172"/>
                        </a:cubicBezTo>
                        <a:cubicBezTo>
                          <a:pt x="23973" y="11178"/>
                          <a:pt x="24009" y="11181"/>
                          <a:pt x="24043" y="11181"/>
                        </a:cubicBezTo>
                        <a:cubicBezTo>
                          <a:pt x="24595" y="11181"/>
                          <a:pt x="24792" y="10379"/>
                          <a:pt x="24233" y="10170"/>
                        </a:cubicBezTo>
                        <a:cubicBezTo>
                          <a:pt x="19891" y="8871"/>
                          <a:pt x="15661" y="6718"/>
                          <a:pt x="11467" y="4937"/>
                        </a:cubicBezTo>
                        <a:cubicBezTo>
                          <a:pt x="9686" y="4195"/>
                          <a:pt x="7942" y="3304"/>
                          <a:pt x="6198" y="2451"/>
                        </a:cubicBezTo>
                        <a:cubicBezTo>
                          <a:pt x="4765" y="1716"/>
                          <a:pt x="2389" y="1"/>
                          <a:pt x="685" y="1"/>
                        </a:cubicBezTo>
                        <a:close/>
                      </a:path>
                    </a:pathLst>
                  </a:custGeom>
                  <a:solidFill>
                    <a:srgbClr val="7A9C26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7" name="Google Shape;137;p5"/>
                  <p:cNvSpPr/>
                  <p:nvPr/>
                </p:nvSpPr>
                <p:spPr>
                  <a:xfrm>
                    <a:off x="4060767" y="1498141"/>
                    <a:ext cx="74164" cy="126409"/>
                  </a:xfrm>
                  <a:custGeom>
                    <a:rect b="b" l="l" r="r" t="t"/>
                    <a:pathLst>
                      <a:path extrusionOk="0" h="6937" w="4080">
                        <a:moveTo>
                          <a:pt x="3441" y="1"/>
                        </a:moveTo>
                        <a:cubicBezTo>
                          <a:pt x="3301" y="1"/>
                          <a:pt x="3166" y="69"/>
                          <a:pt x="3085" y="231"/>
                        </a:cubicBezTo>
                        <a:cubicBezTo>
                          <a:pt x="2120" y="2235"/>
                          <a:pt x="1081" y="4202"/>
                          <a:pt x="153" y="6243"/>
                        </a:cubicBezTo>
                        <a:cubicBezTo>
                          <a:pt x="1" y="6599"/>
                          <a:pt x="317" y="6937"/>
                          <a:pt x="615" y="6937"/>
                        </a:cubicBezTo>
                        <a:cubicBezTo>
                          <a:pt x="753" y="6937"/>
                          <a:pt x="887" y="6864"/>
                          <a:pt x="969" y="6688"/>
                        </a:cubicBezTo>
                        <a:cubicBezTo>
                          <a:pt x="1897" y="4647"/>
                          <a:pt x="2936" y="2718"/>
                          <a:pt x="3901" y="714"/>
                        </a:cubicBezTo>
                        <a:cubicBezTo>
                          <a:pt x="4080" y="331"/>
                          <a:pt x="3749" y="1"/>
                          <a:pt x="3441" y="1"/>
                        </a:cubicBezTo>
                        <a:close/>
                      </a:path>
                    </a:pathLst>
                  </a:custGeom>
                  <a:solidFill>
                    <a:srgbClr val="7A9C26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38" name="Google Shape;138;p5"/>
              <p:cNvSpPr/>
              <p:nvPr/>
            </p:nvSpPr>
            <p:spPr>
              <a:xfrm rot="10800000">
                <a:off x="4714457" y="3387135"/>
                <a:ext cx="1715068" cy="833765"/>
              </a:xfrm>
              <a:custGeom>
                <a:rect b="b" l="l" r="r" t="t"/>
                <a:pathLst>
                  <a:path extrusionOk="0" h="22329" w="25120">
                    <a:moveTo>
                      <a:pt x="0" y="0"/>
                    </a:moveTo>
                    <a:lnTo>
                      <a:pt x="25120" y="0"/>
                    </a:lnTo>
                    <a:lnTo>
                      <a:pt x="25120" y="22329"/>
                    </a:lnTo>
                  </a:path>
                </a:pathLst>
              </a:custGeom>
              <a:noFill/>
              <a:ln cap="flat" cmpd="sng" w="19050">
                <a:solidFill>
                  <a:srgbClr val="595959"/>
                </a:solidFill>
                <a:prstDash val="solid"/>
                <a:round/>
                <a:headEnd len="sm" w="sm" type="none"/>
                <a:tailEnd len="med" w="med" type="oval"/>
              </a:ln>
            </p:spPr>
          </p:sp>
        </p:grpSp>
        <p:sp>
          <p:nvSpPr>
            <p:cNvPr id="139" name="Google Shape;139;p5"/>
            <p:cNvSpPr/>
            <p:nvPr/>
          </p:nvSpPr>
          <p:spPr>
            <a:xfrm>
              <a:off x="3749771" y="3275229"/>
              <a:ext cx="493599" cy="489874"/>
            </a:xfrm>
            <a:custGeom>
              <a:rect b="b" l="l" r="r" t="t"/>
              <a:pathLst>
                <a:path extrusionOk="0" h="29413" w="29548">
                  <a:moveTo>
                    <a:pt x="15315" y="0"/>
                  </a:moveTo>
                  <a:cubicBezTo>
                    <a:pt x="15117" y="0"/>
                    <a:pt x="14920" y="5"/>
                    <a:pt x="14722" y="14"/>
                  </a:cubicBezTo>
                  <a:cubicBezTo>
                    <a:pt x="11260" y="14"/>
                    <a:pt x="7169" y="1658"/>
                    <a:pt x="4896" y="3791"/>
                  </a:cubicBezTo>
                  <a:cubicBezTo>
                    <a:pt x="2588" y="5924"/>
                    <a:pt x="1" y="9560"/>
                    <a:pt x="105" y="13232"/>
                  </a:cubicBezTo>
                  <a:cubicBezTo>
                    <a:pt x="175" y="16903"/>
                    <a:pt x="420" y="19701"/>
                    <a:pt x="3078" y="23687"/>
                  </a:cubicBezTo>
                  <a:cubicBezTo>
                    <a:pt x="4476" y="25960"/>
                    <a:pt x="6714" y="27638"/>
                    <a:pt x="9302" y="28407"/>
                  </a:cubicBezTo>
                  <a:cubicBezTo>
                    <a:pt x="10196" y="28714"/>
                    <a:pt x="12563" y="29412"/>
                    <a:pt x="15137" y="29412"/>
                  </a:cubicBezTo>
                  <a:cubicBezTo>
                    <a:pt x="16087" y="29412"/>
                    <a:pt x="17066" y="29317"/>
                    <a:pt x="18009" y="29072"/>
                  </a:cubicBezTo>
                  <a:cubicBezTo>
                    <a:pt x="21505" y="28128"/>
                    <a:pt x="24198" y="26869"/>
                    <a:pt x="26016" y="24176"/>
                  </a:cubicBezTo>
                  <a:cubicBezTo>
                    <a:pt x="27799" y="21484"/>
                    <a:pt x="29548" y="18861"/>
                    <a:pt x="29478" y="14700"/>
                  </a:cubicBezTo>
                  <a:cubicBezTo>
                    <a:pt x="29373" y="10574"/>
                    <a:pt x="27904" y="7602"/>
                    <a:pt x="26680" y="6134"/>
                  </a:cubicBezTo>
                  <a:cubicBezTo>
                    <a:pt x="25456" y="4665"/>
                    <a:pt x="23463" y="2602"/>
                    <a:pt x="21121" y="1448"/>
                  </a:cubicBezTo>
                  <a:cubicBezTo>
                    <a:pt x="19336" y="492"/>
                    <a:pt x="17347" y="0"/>
                    <a:pt x="15315" y="0"/>
                  </a:cubicBezTo>
                  <a:close/>
                </a:path>
              </a:pathLst>
            </a:custGeom>
            <a:solidFill>
              <a:srgbClr val="01BB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Fira Sans Extra Condensed Medium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1</a:t>
              </a:r>
              <a:endParaRPr b="0" i="0" sz="18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 flipH="1" rot="5400000">
              <a:off x="987770" y="3832023"/>
              <a:ext cx="1761549" cy="2218063"/>
            </a:xfrm>
            <a:custGeom>
              <a:rect b="b" l="l" r="r" t="t"/>
              <a:pathLst>
                <a:path extrusionOk="0" h="34664" w="39176">
                  <a:moveTo>
                    <a:pt x="21371" y="1"/>
                  </a:moveTo>
                  <a:cubicBezTo>
                    <a:pt x="17061" y="1"/>
                    <a:pt x="13042" y="101"/>
                    <a:pt x="8684" y="101"/>
                  </a:cubicBezTo>
                  <a:cubicBezTo>
                    <a:pt x="7872" y="101"/>
                    <a:pt x="7049" y="97"/>
                    <a:pt x="6209" y="89"/>
                  </a:cubicBezTo>
                  <a:lnTo>
                    <a:pt x="6209" y="57"/>
                  </a:lnTo>
                  <a:cubicBezTo>
                    <a:pt x="4193" y="121"/>
                    <a:pt x="1824" y="377"/>
                    <a:pt x="800" y="2073"/>
                  </a:cubicBezTo>
                  <a:cubicBezTo>
                    <a:pt x="288" y="2905"/>
                    <a:pt x="256" y="3930"/>
                    <a:pt x="256" y="4890"/>
                  </a:cubicBezTo>
                  <a:lnTo>
                    <a:pt x="0" y="27294"/>
                  </a:lnTo>
                  <a:cubicBezTo>
                    <a:pt x="0" y="29502"/>
                    <a:pt x="128" y="31999"/>
                    <a:pt x="1921" y="33343"/>
                  </a:cubicBezTo>
                  <a:cubicBezTo>
                    <a:pt x="3137" y="34239"/>
                    <a:pt x="4737" y="34367"/>
                    <a:pt x="6209" y="34463"/>
                  </a:cubicBezTo>
                  <a:cubicBezTo>
                    <a:pt x="8837" y="34597"/>
                    <a:pt x="11467" y="34664"/>
                    <a:pt x="14096" y="34664"/>
                  </a:cubicBezTo>
                  <a:cubicBezTo>
                    <a:pt x="20882" y="34664"/>
                    <a:pt x="27661" y="34220"/>
                    <a:pt x="34375" y="33343"/>
                  </a:cubicBezTo>
                  <a:cubicBezTo>
                    <a:pt x="35399" y="33183"/>
                    <a:pt x="36455" y="33023"/>
                    <a:pt x="37255" y="32447"/>
                  </a:cubicBezTo>
                  <a:cubicBezTo>
                    <a:pt x="38631" y="31455"/>
                    <a:pt x="38823" y="29630"/>
                    <a:pt x="38920" y="27998"/>
                  </a:cubicBezTo>
                  <a:cubicBezTo>
                    <a:pt x="39176" y="22781"/>
                    <a:pt x="39112" y="17532"/>
                    <a:pt x="38791" y="12315"/>
                  </a:cubicBezTo>
                  <a:cubicBezTo>
                    <a:pt x="38695" y="9851"/>
                    <a:pt x="38343" y="7418"/>
                    <a:pt x="37767" y="5018"/>
                  </a:cubicBezTo>
                  <a:cubicBezTo>
                    <a:pt x="37575" y="3994"/>
                    <a:pt x="37095" y="3033"/>
                    <a:pt x="36423" y="2233"/>
                  </a:cubicBezTo>
                  <a:cubicBezTo>
                    <a:pt x="35463" y="1241"/>
                    <a:pt x="34055" y="825"/>
                    <a:pt x="32646" y="569"/>
                  </a:cubicBezTo>
                  <a:cubicBezTo>
                    <a:pt x="30086" y="89"/>
                    <a:pt x="27461" y="57"/>
                    <a:pt x="24837" y="25"/>
                  </a:cubicBezTo>
                  <a:cubicBezTo>
                    <a:pt x="23654" y="7"/>
                    <a:pt x="22502" y="1"/>
                    <a:pt x="21371" y="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2661096" y="4563737"/>
              <a:ext cx="890700" cy="110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2892031" y="4809952"/>
              <a:ext cx="515763" cy="525819"/>
            </a:xfrm>
            <a:custGeom>
              <a:rect b="b" l="l" r="r" t="t"/>
              <a:pathLst>
                <a:path extrusionOk="0" h="22231" w="21859">
                  <a:moveTo>
                    <a:pt x="11972" y="0"/>
                  </a:moveTo>
                  <a:cubicBezTo>
                    <a:pt x="8260" y="0"/>
                    <a:pt x="4352" y="2201"/>
                    <a:pt x="2339" y="5048"/>
                  </a:cubicBezTo>
                  <a:cubicBezTo>
                    <a:pt x="1" y="8685"/>
                    <a:pt x="2079" y="13361"/>
                    <a:pt x="4417" y="16515"/>
                  </a:cubicBezTo>
                  <a:cubicBezTo>
                    <a:pt x="5976" y="18853"/>
                    <a:pt x="8054" y="20152"/>
                    <a:pt x="9612" y="22230"/>
                  </a:cubicBezTo>
                  <a:lnTo>
                    <a:pt x="17406" y="20412"/>
                  </a:lnTo>
                  <a:cubicBezTo>
                    <a:pt x="19261" y="17295"/>
                    <a:pt x="21599" y="13880"/>
                    <a:pt x="21599" y="10244"/>
                  </a:cubicBezTo>
                  <a:cubicBezTo>
                    <a:pt x="21859" y="6347"/>
                    <a:pt x="18482" y="1894"/>
                    <a:pt x="15105" y="595"/>
                  </a:cubicBezTo>
                  <a:cubicBezTo>
                    <a:pt x="14111" y="186"/>
                    <a:pt x="13050" y="0"/>
                    <a:pt x="11972" y="0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2903427" y="4799213"/>
              <a:ext cx="547286" cy="549873"/>
            </a:xfrm>
            <a:custGeom>
              <a:rect b="b" l="l" r="r" t="t"/>
              <a:pathLst>
                <a:path extrusionOk="0" h="23248" w="23195">
                  <a:moveTo>
                    <a:pt x="11185" y="0"/>
                  </a:moveTo>
                  <a:cubicBezTo>
                    <a:pt x="10529" y="0"/>
                    <a:pt x="9866" y="64"/>
                    <a:pt x="9204" y="195"/>
                  </a:cubicBezTo>
                  <a:cubicBezTo>
                    <a:pt x="4713" y="1012"/>
                    <a:pt x="334" y="4612"/>
                    <a:pt x="297" y="9399"/>
                  </a:cubicBezTo>
                  <a:cubicBezTo>
                    <a:pt x="260" y="15299"/>
                    <a:pt x="5493" y="18936"/>
                    <a:pt x="8795" y="23055"/>
                  </a:cubicBezTo>
                  <a:cubicBezTo>
                    <a:pt x="8895" y="23191"/>
                    <a:pt x="9014" y="23247"/>
                    <a:pt x="9132" y="23247"/>
                  </a:cubicBezTo>
                  <a:cubicBezTo>
                    <a:pt x="9497" y="23247"/>
                    <a:pt x="9846" y="22706"/>
                    <a:pt x="9538" y="22313"/>
                  </a:cubicBezTo>
                  <a:cubicBezTo>
                    <a:pt x="6754" y="18825"/>
                    <a:pt x="3377" y="16338"/>
                    <a:pt x="1856" y="11959"/>
                  </a:cubicBezTo>
                  <a:cubicBezTo>
                    <a:pt x="0" y="6615"/>
                    <a:pt x="4157" y="2756"/>
                    <a:pt x="8870" y="1346"/>
                  </a:cubicBezTo>
                  <a:cubicBezTo>
                    <a:pt x="9702" y="1098"/>
                    <a:pt x="10514" y="982"/>
                    <a:pt x="11300" y="982"/>
                  </a:cubicBezTo>
                  <a:cubicBezTo>
                    <a:pt x="14861" y="982"/>
                    <a:pt x="17875" y="3363"/>
                    <a:pt x="19669" y="6615"/>
                  </a:cubicBezTo>
                  <a:cubicBezTo>
                    <a:pt x="22304" y="11477"/>
                    <a:pt x="18927" y="16487"/>
                    <a:pt x="16514" y="20606"/>
                  </a:cubicBezTo>
                  <a:cubicBezTo>
                    <a:pt x="16259" y="21014"/>
                    <a:pt x="16617" y="21404"/>
                    <a:pt x="16987" y="21404"/>
                  </a:cubicBezTo>
                  <a:cubicBezTo>
                    <a:pt x="17155" y="21404"/>
                    <a:pt x="17326" y="21323"/>
                    <a:pt x="17442" y="21126"/>
                  </a:cubicBezTo>
                  <a:cubicBezTo>
                    <a:pt x="20225" y="16375"/>
                    <a:pt x="23194" y="11588"/>
                    <a:pt x="20597" y="6096"/>
                  </a:cubicBezTo>
                  <a:cubicBezTo>
                    <a:pt x="18876" y="2337"/>
                    <a:pt x="15161" y="0"/>
                    <a:pt x="11185" y="0"/>
                  </a:cubicBezTo>
                  <a:close/>
                </a:path>
              </a:pathLst>
            </a:custGeom>
            <a:solidFill>
              <a:srgbClr val="01BB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3063661" y="5003295"/>
              <a:ext cx="213865" cy="314011"/>
            </a:xfrm>
            <a:custGeom>
              <a:rect b="b" l="l" r="r" t="t"/>
              <a:pathLst>
                <a:path extrusionOk="0" h="13276" w="9064">
                  <a:moveTo>
                    <a:pt x="7349" y="1"/>
                  </a:moveTo>
                  <a:cubicBezTo>
                    <a:pt x="7290" y="1"/>
                    <a:pt x="7228" y="10"/>
                    <a:pt x="7163" y="29"/>
                  </a:cubicBezTo>
                  <a:cubicBezTo>
                    <a:pt x="6251" y="389"/>
                    <a:pt x="6030" y="1040"/>
                    <a:pt x="5862" y="1753"/>
                  </a:cubicBezTo>
                  <a:lnTo>
                    <a:pt x="5862" y="1753"/>
                  </a:lnTo>
                  <a:cubicBezTo>
                    <a:pt x="5682" y="1085"/>
                    <a:pt x="5395" y="495"/>
                    <a:pt x="4788" y="400"/>
                  </a:cubicBezTo>
                  <a:cubicBezTo>
                    <a:pt x="4726" y="391"/>
                    <a:pt x="4666" y="387"/>
                    <a:pt x="4609" y="387"/>
                  </a:cubicBezTo>
                  <a:cubicBezTo>
                    <a:pt x="3382" y="387"/>
                    <a:pt x="3246" y="2290"/>
                    <a:pt x="3209" y="3647"/>
                  </a:cubicBezTo>
                  <a:lnTo>
                    <a:pt x="3209" y="3647"/>
                  </a:lnTo>
                  <a:cubicBezTo>
                    <a:pt x="2600" y="2725"/>
                    <a:pt x="1697" y="1334"/>
                    <a:pt x="1011" y="1334"/>
                  </a:cubicBezTo>
                  <a:cubicBezTo>
                    <a:pt x="722" y="1334"/>
                    <a:pt x="471" y="1582"/>
                    <a:pt x="297" y="2218"/>
                  </a:cubicBezTo>
                  <a:cubicBezTo>
                    <a:pt x="0" y="3294"/>
                    <a:pt x="743" y="5447"/>
                    <a:pt x="928" y="6560"/>
                  </a:cubicBezTo>
                  <a:cubicBezTo>
                    <a:pt x="1230" y="8573"/>
                    <a:pt x="2473" y="10617"/>
                    <a:pt x="3422" y="12472"/>
                  </a:cubicBezTo>
                  <a:lnTo>
                    <a:pt x="3422" y="12472"/>
                  </a:lnTo>
                  <a:cubicBezTo>
                    <a:pt x="3403" y="12611"/>
                    <a:pt x="3441" y="12764"/>
                    <a:pt x="3563" y="12906"/>
                  </a:cubicBezTo>
                  <a:lnTo>
                    <a:pt x="3563" y="12906"/>
                  </a:lnTo>
                  <a:lnTo>
                    <a:pt x="3526" y="12869"/>
                  </a:lnTo>
                  <a:lnTo>
                    <a:pt x="3563" y="12906"/>
                  </a:lnTo>
                  <a:lnTo>
                    <a:pt x="3563" y="12906"/>
                  </a:lnTo>
                  <a:lnTo>
                    <a:pt x="3786" y="13128"/>
                  </a:lnTo>
                  <a:cubicBezTo>
                    <a:pt x="3898" y="13231"/>
                    <a:pt x="4026" y="13275"/>
                    <a:pt x="4151" y="13275"/>
                  </a:cubicBezTo>
                  <a:cubicBezTo>
                    <a:pt x="4522" y="13275"/>
                    <a:pt x="4861" y="12886"/>
                    <a:pt x="4639" y="12498"/>
                  </a:cubicBezTo>
                  <a:cubicBezTo>
                    <a:pt x="3192" y="9603"/>
                    <a:pt x="1596" y="6708"/>
                    <a:pt x="1596" y="3368"/>
                  </a:cubicBezTo>
                  <a:cubicBezTo>
                    <a:pt x="1596" y="3187"/>
                    <a:pt x="1325" y="2734"/>
                    <a:pt x="1406" y="2734"/>
                  </a:cubicBezTo>
                  <a:cubicBezTo>
                    <a:pt x="1424" y="2734"/>
                    <a:pt x="1460" y="2757"/>
                    <a:pt x="1522" y="2812"/>
                  </a:cubicBezTo>
                  <a:cubicBezTo>
                    <a:pt x="1856" y="3257"/>
                    <a:pt x="2153" y="3740"/>
                    <a:pt x="2338" y="4259"/>
                  </a:cubicBezTo>
                  <a:cubicBezTo>
                    <a:pt x="2524" y="4816"/>
                    <a:pt x="2969" y="5261"/>
                    <a:pt x="3526" y="5447"/>
                  </a:cubicBezTo>
                  <a:cubicBezTo>
                    <a:pt x="3577" y="5459"/>
                    <a:pt x="3628" y="5466"/>
                    <a:pt x="3678" y="5466"/>
                  </a:cubicBezTo>
                  <a:cubicBezTo>
                    <a:pt x="3918" y="5466"/>
                    <a:pt x="4132" y="5321"/>
                    <a:pt x="4194" y="5076"/>
                  </a:cubicBezTo>
                  <a:cubicBezTo>
                    <a:pt x="4231" y="4704"/>
                    <a:pt x="4268" y="4370"/>
                    <a:pt x="4305" y="3999"/>
                  </a:cubicBezTo>
                  <a:cubicBezTo>
                    <a:pt x="4305" y="3789"/>
                    <a:pt x="4604" y="1789"/>
                    <a:pt x="4730" y="1789"/>
                  </a:cubicBezTo>
                  <a:cubicBezTo>
                    <a:pt x="4738" y="1789"/>
                    <a:pt x="4744" y="1796"/>
                    <a:pt x="4751" y="1810"/>
                  </a:cubicBezTo>
                  <a:cubicBezTo>
                    <a:pt x="5010" y="2441"/>
                    <a:pt x="5047" y="3146"/>
                    <a:pt x="5270" y="3777"/>
                  </a:cubicBezTo>
                  <a:cubicBezTo>
                    <a:pt x="5352" y="4023"/>
                    <a:pt x="5571" y="4156"/>
                    <a:pt x="5788" y="4156"/>
                  </a:cubicBezTo>
                  <a:cubicBezTo>
                    <a:pt x="5963" y="4156"/>
                    <a:pt x="6136" y="4070"/>
                    <a:pt x="6235" y="3888"/>
                  </a:cubicBezTo>
                  <a:cubicBezTo>
                    <a:pt x="6532" y="3331"/>
                    <a:pt x="6717" y="2738"/>
                    <a:pt x="6792" y="2107"/>
                  </a:cubicBezTo>
                  <a:cubicBezTo>
                    <a:pt x="6852" y="1822"/>
                    <a:pt x="6900" y="1712"/>
                    <a:pt x="6939" y="1712"/>
                  </a:cubicBezTo>
                  <a:cubicBezTo>
                    <a:pt x="7067" y="1712"/>
                    <a:pt x="7089" y="2912"/>
                    <a:pt x="7089" y="2997"/>
                  </a:cubicBezTo>
                  <a:cubicBezTo>
                    <a:pt x="7089" y="3665"/>
                    <a:pt x="7126" y="4333"/>
                    <a:pt x="7274" y="5001"/>
                  </a:cubicBezTo>
                  <a:cubicBezTo>
                    <a:pt x="7423" y="7042"/>
                    <a:pt x="6829" y="9900"/>
                    <a:pt x="7905" y="11755"/>
                  </a:cubicBezTo>
                  <a:cubicBezTo>
                    <a:pt x="8008" y="11939"/>
                    <a:pt x="8169" y="12016"/>
                    <a:pt x="8331" y="12016"/>
                  </a:cubicBezTo>
                  <a:cubicBezTo>
                    <a:pt x="8693" y="12016"/>
                    <a:pt x="9063" y="11634"/>
                    <a:pt x="8833" y="11199"/>
                  </a:cubicBezTo>
                  <a:cubicBezTo>
                    <a:pt x="7905" y="9677"/>
                    <a:pt x="8387" y="6745"/>
                    <a:pt x="8276" y="5038"/>
                  </a:cubicBezTo>
                  <a:cubicBezTo>
                    <a:pt x="8202" y="3443"/>
                    <a:pt x="8425" y="1736"/>
                    <a:pt x="7757" y="251"/>
                  </a:cubicBezTo>
                  <a:cubicBezTo>
                    <a:pt x="7673" y="84"/>
                    <a:pt x="7527" y="1"/>
                    <a:pt x="7349" y="1"/>
                  </a:cubicBezTo>
                  <a:close/>
                </a:path>
              </a:pathLst>
            </a:custGeom>
            <a:solidFill>
              <a:srgbClr val="01BB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3091975" y="5269017"/>
              <a:ext cx="268535" cy="129166"/>
            </a:xfrm>
            <a:custGeom>
              <a:rect b="b" l="l" r="r" t="t"/>
              <a:pathLst>
                <a:path extrusionOk="0" h="5461" w="11381">
                  <a:moveTo>
                    <a:pt x="8895" y="1078"/>
                  </a:moveTo>
                  <a:lnTo>
                    <a:pt x="8895" y="1078"/>
                  </a:lnTo>
                  <a:cubicBezTo>
                    <a:pt x="9414" y="2117"/>
                    <a:pt x="9228" y="2711"/>
                    <a:pt x="8375" y="2822"/>
                  </a:cubicBezTo>
                  <a:cubicBezTo>
                    <a:pt x="8115" y="2896"/>
                    <a:pt x="7855" y="2971"/>
                    <a:pt x="7633" y="3045"/>
                  </a:cubicBezTo>
                  <a:cubicBezTo>
                    <a:pt x="6891" y="3193"/>
                    <a:pt x="6148" y="3416"/>
                    <a:pt x="5406" y="3639"/>
                  </a:cubicBezTo>
                  <a:cubicBezTo>
                    <a:pt x="5146" y="3713"/>
                    <a:pt x="4924" y="3824"/>
                    <a:pt x="4664" y="3936"/>
                  </a:cubicBezTo>
                  <a:cubicBezTo>
                    <a:pt x="4233" y="4184"/>
                    <a:pt x="3742" y="4307"/>
                    <a:pt x="3252" y="4307"/>
                  </a:cubicBezTo>
                  <a:cubicBezTo>
                    <a:pt x="2645" y="4307"/>
                    <a:pt x="2039" y="4119"/>
                    <a:pt x="1547" y="3750"/>
                  </a:cubicBezTo>
                  <a:cubicBezTo>
                    <a:pt x="1655" y="3634"/>
                    <a:pt x="1700" y="3506"/>
                    <a:pt x="1699" y="3383"/>
                  </a:cubicBezTo>
                  <a:lnTo>
                    <a:pt x="1699" y="3383"/>
                  </a:lnTo>
                  <a:cubicBezTo>
                    <a:pt x="2115" y="3208"/>
                    <a:pt x="2500" y="2947"/>
                    <a:pt x="2920" y="2674"/>
                  </a:cubicBezTo>
                  <a:cubicBezTo>
                    <a:pt x="4256" y="1857"/>
                    <a:pt x="5814" y="1894"/>
                    <a:pt x="7299" y="1486"/>
                  </a:cubicBezTo>
                  <a:cubicBezTo>
                    <a:pt x="7818" y="1301"/>
                    <a:pt x="8338" y="1152"/>
                    <a:pt x="8895" y="1078"/>
                  </a:cubicBezTo>
                  <a:close/>
                  <a:moveTo>
                    <a:pt x="8798" y="0"/>
                  </a:moveTo>
                  <a:cubicBezTo>
                    <a:pt x="7639" y="0"/>
                    <a:pt x="6413" y="638"/>
                    <a:pt x="5258" y="818"/>
                  </a:cubicBezTo>
                  <a:cubicBezTo>
                    <a:pt x="4627" y="892"/>
                    <a:pt x="4033" y="1041"/>
                    <a:pt x="3439" y="1301"/>
                  </a:cubicBezTo>
                  <a:cubicBezTo>
                    <a:pt x="2586" y="1672"/>
                    <a:pt x="1584" y="2562"/>
                    <a:pt x="656" y="2600"/>
                  </a:cubicBezTo>
                  <a:cubicBezTo>
                    <a:pt x="80" y="2600"/>
                    <a:pt x="1" y="3400"/>
                    <a:pt x="418" y="3596"/>
                  </a:cubicBezTo>
                  <a:lnTo>
                    <a:pt x="418" y="3596"/>
                  </a:lnTo>
                  <a:cubicBezTo>
                    <a:pt x="50" y="4742"/>
                    <a:pt x="1772" y="5461"/>
                    <a:pt x="2925" y="5461"/>
                  </a:cubicBezTo>
                  <a:cubicBezTo>
                    <a:pt x="2974" y="5461"/>
                    <a:pt x="3022" y="5460"/>
                    <a:pt x="3068" y="5457"/>
                  </a:cubicBezTo>
                  <a:cubicBezTo>
                    <a:pt x="4627" y="5346"/>
                    <a:pt x="6074" y="4529"/>
                    <a:pt x="7559" y="4121"/>
                  </a:cubicBezTo>
                  <a:cubicBezTo>
                    <a:pt x="8523" y="3898"/>
                    <a:pt x="9414" y="3713"/>
                    <a:pt x="10156" y="3008"/>
                  </a:cubicBezTo>
                  <a:cubicBezTo>
                    <a:pt x="11381" y="1857"/>
                    <a:pt x="10305" y="76"/>
                    <a:pt x="8895" y="2"/>
                  </a:cubicBezTo>
                  <a:cubicBezTo>
                    <a:pt x="8863" y="1"/>
                    <a:pt x="8830" y="0"/>
                    <a:pt x="8798" y="0"/>
                  </a:cubicBezTo>
                  <a:close/>
                </a:path>
              </a:pathLst>
            </a:custGeom>
            <a:solidFill>
              <a:srgbClr val="01BB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3118826" y="5323349"/>
              <a:ext cx="242580" cy="129852"/>
            </a:xfrm>
            <a:custGeom>
              <a:rect b="b" l="l" r="r" t="t"/>
              <a:pathLst>
                <a:path extrusionOk="0" h="5490" w="10281">
                  <a:moveTo>
                    <a:pt x="9223" y="0"/>
                  </a:moveTo>
                  <a:cubicBezTo>
                    <a:pt x="8915" y="0"/>
                    <a:pt x="8565" y="269"/>
                    <a:pt x="8610" y="674"/>
                  </a:cubicBezTo>
                  <a:cubicBezTo>
                    <a:pt x="8657" y="1002"/>
                    <a:pt x="8748" y="1316"/>
                    <a:pt x="8894" y="1605"/>
                  </a:cubicBezTo>
                  <a:lnTo>
                    <a:pt x="8894" y="1605"/>
                  </a:lnTo>
                  <a:cubicBezTo>
                    <a:pt x="7558" y="2238"/>
                    <a:pt x="6287" y="2998"/>
                    <a:pt x="4899" y="3494"/>
                  </a:cubicBezTo>
                  <a:cubicBezTo>
                    <a:pt x="4231" y="3717"/>
                    <a:pt x="3526" y="3939"/>
                    <a:pt x="2858" y="4162"/>
                  </a:cubicBezTo>
                  <a:cubicBezTo>
                    <a:pt x="2548" y="4265"/>
                    <a:pt x="2273" y="4320"/>
                    <a:pt x="2037" y="4320"/>
                  </a:cubicBezTo>
                  <a:cubicBezTo>
                    <a:pt x="1425" y="4320"/>
                    <a:pt x="1077" y="3953"/>
                    <a:pt x="1077" y="3123"/>
                  </a:cubicBezTo>
                  <a:cubicBezTo>
                    <a:pt x="1040" y="2807"/>
                    <a:pt x="789" y="2650"/>
                    <a:pt x="539" y="2650"/>
                  </a:cubicBezTo>
                  <a:cubicBezTo>
                    <a:pt x="288" y="2650"/>
                    <a:pt x="38" y="2807"/>
                    <a:pt x="0" y="3123"/>
                  </a:cubicBezTo>
                  <a:cubicBezTo>
                    <a:pt x="0" y="4364"/>
                    <a:pt x="403" y="5489"/>
                    <a:pt x="1611" y="5489"/>
                  </a:cubicBezTo>
                  <a:cubicBezTo>
                    <a:pt x="1776" y="5489"/>
                    <a:pt x="1957" y="5468"/>
                    <a:pt x="2153" y="5424"/>
                  </a:cubicBezTo>
                  <a:cubicBezTo>
                    <a:pt x="4973" y="4830"/>
                    <a:pt x="7348" y="3457"/>
                    <a:pt x="9909" y="2306"/>
                  </a:cubicBezTo>
                  <a:cubicBezTo>
                    <a:pt x="10169" y="2158"/>
                    <a:pt x="10280" y="1824"/>
                    <a:pt x="10094" y="1564"/>
                  </a:cubicBezTo>
                  <a:cubicBezTo>
                    <a:pt x="9798" y="1230"/>
                    <a:pt x="9649" y="822"/>
                    <a:pt x="9649" y="377"/>
                  </a:cubicBezTo>
                  <a:cubicBezTo>
                    <a:pt x="9605" y="114"/>
                    <a:pt x="9423" y="0"/>
                    <a:pt x="9223" y="0"/>
                  </a:cubicBezTo>
                  <a:close/>
                </a:path>
              </a:pathLst>
            </a:custGeom>
            <a:solidFill>
              <a:srgbClr val="01BB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3136781" y="5360202"/>
              <a:ext cx="234251" cy="136995"/>
            </a:xfrm>
            <a:custGeom>
              <a:rect b="b" l="l" r="r" t="t"/>
              <a:pathLst>
                <a:path extrusionOk="0" h="5792" w="9928">
                  <a:moveTo>
                    <a:pt x="8452" y="1"/>
                  </a:moveTo>
                  <a:cubicBezTo>
                    <a:pt x="8137" y="1"/>
                    <a:pt x="7782" y="269"/>
                    <a:pt x="7849" y="674"/>
                  </a:cubicBezTo>
                  <a:cubicBezTo>
                    <a:pt x="7997" y="1342"/>
                    <a:pt x="8665" y="2196"/>
                    <a:pt x="7589" y="2678"/>
                  </a:cubicBezTo>
                  <a:cubicBezTo>
                    <a:pt x="6847" y="3012"/>
                    <a:pt x="6142" y="3309"/>
                    <a:pt x="5400" y="3606"/>
                  </a:cubicBezTo>
                  <a:cubicBezTo>
                    <a:pt x="5028" y="3765"/>
                    <a:pt x="3025" y="4740"/>
                    <a:pt x="1886" y="4740"/>
                  </a:cubicBezTo>
                  <a:cubicBezTo>
                    <a:pt x="1432" y="4740"/>
                    <a:pt x="1116" y="4586"/>
                    <a:pt x="1095" y="4163"/>
                  </a:cubicBezTo>
                  <a:cubicBezTo>
                    <a:pt x="1076" y="3829"/>
                    <a:pt x="798" y="3662"/>
                    <a:pt x="529" y="3662"/>
                  </a:cubicBezTo>
                  <a:cubicBezTo>
                    <a:pt x="260" y="3662"/>
                    <a:pt x="0" y="3829"/>
                    <a:pt x="19" y="4163"/>
                  </a:cubicBezTo>
                  <a:lnTo>
                    <a:pt x="19" y="4200"/>
                  </a:lnTo>
                  <a:cubicBezTo>
                    <a:pt x="73" y="5407"/>
                    <a:pt x="844" y="5792"/>
                    <a:pt x="1798" y="5792"/>
                  </a:cubicBezTo>
                  <a:cubicBezTo>
                    <a:pt x="2808" y="5792"/>
                    <a:pt x="4023" y="5360"/>
                    <a:pt x="4806" y="5016"/>
                  </a:cubicBezTo>
                  <a:cubicBezTo>
                    <a:pt x="6142" y="4422"/>
                    <a:pt x="7775" y="4014"/>
                    <a:pt x="8925" y="3086"/>
                  </a:cubicBezTo>
                  <a:cubicBezTo>
                    <a:pt x="9927" y="2307"/>
                    <a:pt x="9037" y="1268"/>
                    <a:pt x="8888" y="377"/>
                  </a:cubicBezTo>
                  <a:cubicBezTo>
                    <a:pt x="8844" y="114"/>
                    <a:pt x="8656" y="1"/>
                    <a:pt x="8452" y="1"/>
                  </a:cubicBezTo>
                  <a:close/>
                </a:path>
              </a:pathLst>
            </a:custGeom>
            <a:solidFill>
              <a:srgbClr val="01BB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3191687" y="5447436"/>
              <a:ext cx="153061" cy="91228"/>
            </a:xfrm>
            <a:custGeom>
              <a:rect b="b" l="l" r="r" t="t"/>
              <a:pathLst>
                <a:path extrusionOk="0" h="3857" w="6487">
                  <a:moveTo>
                    <a:pt x="5546" y="1"/>
                  </a:moveTo>
                  <a:cubicBezTo>
                    <a:pt x="5242" y="1"/>
                    <a:pt x="4936" y="245"/>
                    <a:pt x="5002" y="623"/>
                  </a:cubicBezTo>
                  <a:cubicBezTo>
                    <a:pt x="5299" y="1328"/>
                    <a:pt x="5040" y="2107"/>
                    <a:pt x="4409" y="2516"/>
                  </a:cubicBezTo>
                  <a:cubicBezTo>
                    <a:pt x="4149" y="2738"/>
                    <a:pt x="3221" y="2701"/>
                    <a:pt x="2850" y="2775"/>
                  </a:cubicBezTo>
                  <a:cubicBezTo>
                    <a:pt x="2735" y="2795"/>
                    <a:pt x="2618" y="2804"/>
                    <a:pt x="2499" y="2804"/>
                  </a:cubicBezTo>
                  <a:cubicBezTo>
                    <a:pt x="2160" y="2804"/>
                    <a:pt x="1817" y="2728"/>
                    <a:pt x="1514" y="2590"/>
                  </a:cubicBezTo>
                  <a:cubicBezTo>
                    <a:pt x="1217" y="2516"/>
                    <a:pt x="1180" y="2145"/>
                    <a:pt x="1106" y="1662"/>
                  </a:cubicBezTo>
                  <a:cubicBezTo>
                    <a:pt x="1061" y="1391"/>
                    <a:pt x="862" y="1273"/>
                    <a:pt x="650" y="1273"/>
                  </a:cubicBezTo>
                  <a:cubicBezTo>
                    <a:pt x="340" y="1273"/>
                    <a:pt x="1" y="1525"/>
                    <a:pt x="67" y="1922"/>
                  </a:cubicBezTo>
                  <a:cubicBezTo>
                    <a:pt x="178" y="2590"/>
                    <a:pt x="289" y="3184"/>
                    <a:pt x="883" y="3481"/>
                  </a:cubicBezTo>
                  <a:cubicBezTo>
                    <a:pt x="1412" y="3731"/>
                    <a:pt x="1983" y="3856"/>
                    <a:pt x="2564" y="3856"/>
                  </a:cubicBezTo>
                  <a:cubicBezTo>
                    <a:pt x="2757" y="3856"/>
                    <a:pt x="2952" y="3842"/>
                    <a:pt x="3147" y="3815"/>
                  </a:cubicBezTo>
                  <a:cubicBezTo>
                    <a:pt x="4297" y="3629"/>
                    <a:pt x="4928" y="3629"/>
                    <a:pt x="5708" y="2775"/>
                  </a:cubicBezTo>
                  <a:cubicBezTo>
                    <a:pt x="6487" y="1885"/>
                    <a:pt x="6301" y="1291"/>
                    <a:pt x="6042" y="363"/>
                  </a:cubicBezTo>
                  <a:cubicBezTo>
                    <a:pt x="5952" y="110"/>
                    <a:pt x="5750" y="1"/>
                    <a:pt x="5546" y="1"/>
                  </a:cubicBezTo>
                  <a:close/>
                </a:path>
              </a:pathLst>
            </a:custGeom>
            <a:solidFill>
              <a:srgbClr val="01BB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3217759" y="4892053"/>
              <a:ext cx="141664" cy="106271"/>
            </a:xfrm>
            <a:custGeom>
              <a:rect b="b" l="l" r="r" t="t"/>
              <a:pathLst>
                <a:path extrusionOk="0" h="4493" w="6004">
                  <a:moveTo>
                    <a:pt x="1907" y="0"/>
                  </a:moveTo>
                  <a:cubicBezTo>
                    <a:pt x="1358" y="0"/>
                    <a:pt x="809" y="233"/>
                    <a:pt x="261" y="798"/>
                  </a:cubicBezTo>
                  <a:lnTo>
                    <a:pt x="1" y="1058"/>
                  </a:lnTo>
                  <a:cubicBezTo>
                    <a:pt x="1" y="1466"/>
                    <a:pt x="186" y="1837"/>
                    <a:pt x="520" y="2097"/>
                  </a:cubicBezTo>
                  <a:cubicBezTo>
                    <a:pt x="1448" y="3247"/>
                    <a:pt x="2710" y="4064"/>
                    <a:pt x="4157" y="4435"/>
                  </a:cubicBezTo>
                  <a:cubicBezTo>
                    <a:pt x="4316" y="4474"/>
                    <a:pt x="4453" y="4493"/>
                    <a:pt x="4571" y="4493"/>
                  </a:cubicBezTo>
                  <a:cubicBezTo>
                    <a:pt x="6004" y="4493"/>
                    <a:pt x="4637" y="1778"/>
                    <a:pt x="4157" y="1058"/>
                  </a:cubicBezTo>
                  <a:cubicBezTo>
                    <a:pt x="3407" y="436"/>
                    <a:pt x="2657" y="0"/>
                    <a:pt x="1907" y="0"/>
                  </a:cubicBezTo>
                  <a:close/>
                </a:path>
              </a:pathLst>
            </a:custGeom>
            <a:solidFill>
              <a:srgbClr val="01BB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3204334" y="4879682"/>
              <a:ext cx="151810" cy="130018"/>
            </a:xfrm>
            <a:custGeom>
              <a:rect b="b" l="l" r="r" t="t"/>
              <a:pathLst>
                <a:path extrusionOk="0" h="5497" w="6434">
                  <a:moveTo>
                    <a:pt x="2539" y="1086"/>
                  </a:moveTo>
                  <a:cubicBezTo>
                    <a:pt x="2685" y="1086"/>
                    <a:pt x="2834" y="1102"/>
                    <a:pt x="2982" y="1135"/>
                  </a:cubicBezTo>
                  <a:cubicBezTo>
                    <a:pt x="3539" y="1284"/>
                    <a:pt x="4058" y="1618"/>
                    <a:pt x="4429" y="2063"/>
                  </a:cubicBezTo>
                  <a:cubicBezTo>
                    <a:pt x="4763" y="2620"/>
                    <a:pt x="5023" y="3251"/>
                    <a:pt x="5209" y="3881"/>
                  </a:cubicBezTo>
                  <a:cubicBezTo>
                    <a:pt x="5246" y="4067"/>
                    <a:pt x="5246" y="4253"/>
                    <a:pt x="5246" y="4438"/>
                  </a:cubicBezTo>
                  <a:cubicBezTo>
                    <a:pt x="5198" y="4479"/>
                    <a:pt x="5128" y="4496"/>
                    <a:pt x="5043" y="4496"/>
                  </a:cubicBezTo>
                  <a:cubicBezTo>
                    <a:pt x="4668" y="4496"/>
                    <a:pt x="4011" y="4158"/>
                    <a:pt x="3799" y="4067"/>
                  </a:cubicBezTo>
                  <a:cubicBezTo>
                    <a:pt x="3205" y="3770"/>
                    <a:pt x="2611" y="3399"/>
                    <a:pt x="2129" y="2954"/>
                  </a:cubicBezTo>
                  <a:cubicBezTo>
                    <a:pt x="1794" y="2652"/>
                    <a:pt x="1248" y="2170"/>
                    <a:pt x="1117" y="1697"/>
                  </a:cubicBezTo>
                  <a:lnTo>
                    <a:pt x="1117" y="1697"/>
                  </a:lnTo>
                  <a:cubicBezTo>
                    <a:pt x="1133" y="1684"/>
                    <a:pt x="1148" y="1670"/>
                    <a:pt x="1164" y="1655"/>
                  </a:cubicBezTo>
                  <a:lnTo>
                    <a:pt x="1201" y="1692"/>
                  </a:lnTo>
                  <a:cubicBezTo>
                    <a:pt x="1547" y="1288"/>
                    <a:pt x="2028" y="1086"/>
                    <a:pt x="2539" y="1086"/>
                  </a:cubicBezTo>
                  <a:close/>
                  <a:moveTo>
                    <a:pt x="2458" y="1"/>
                  </a:moveTo>
                  <a:cubicBezTo>
                    <a:pt x="1684" y="1"/>
                    <a:pt x="940" y="330"/>
                    <a:pt x="421" y="913"/>
                  </a:cubicBezTo>
                  <a:cubicBezTo>
                    <a:pt x="357" y="968"/>
                    <a:pt x="313" y="1028"/>
                    <a:pt x="285" y="1090"/>
                  </a:cubicBezTo>
                  <a:lnTo>
                    <a:pt x="285" y="1090"/>
                  </a:lnTo>
                  <a:cubicBezTo>
                    <a:pt x="121" y="1161"/>
                    <a:pt x="0" y="1312"/>
                    <a:pt x="13" y="1544"/>
                  </a:cubicBezTo>
                  <a:cubicBezTo>
                    <a:pt x="162" y="3176"/>
                    <a:pt x="2166" y="4475"/>
                    <a:pt x="3502" y="5106"/>
                  </a:cubicBezTo>
                  <a:cubicBezTo>
                    <a:pt x="3975" y="5309"/>
                    <a:pt x="4564" y="5497"/>
                    <a:pt x="5079" y="5497"/>
                  </a:cubicBezTo>
                  <a:cubicBezTo>
                    <a:pt x="5695" y="5497"/>
                    <a:pt x="6204" y="5229"/>
                    <a:pt x="6285" y="4401"/>
                  </a:cubicBezTo>
                  <a:cubicBezTo>
                    <a:pt x="6433" y="3362"/>
                    <a:pt x="5691" y="2100"/>
                    <a:pt x="5172" y="1284"/>
                  </a:cubicBezTo>
                  <a:cubicBezTo>
                    <a:pt x="4726" y="616"/>
                    <a:pt x="3539" y="133"/>
                    <a:pt x="2797" y="22"/>
                  </a:cubicBezTo>
                  <a:cubicBezTo>
                    <a:pt x="2683" y="8"/>
                    <a:pt x="2570" y="1"/>
                    <a:pt x="2458" y="1"/>
                  </a:cubicBezTo>
                  <a:close/>
                </a:path>
              </a:pathLst>
            </a:custGeom>
            <a:solidFill>
              <a:srgbClr val="01BB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3303575" y="5058384"/>
              <a:ext cx="49054" cy="47636"/>
            </a:xfrm>
            <a:custGeom>
              <a:rect b="b" l="l" r="r" t="t"/>
              <a:pathLst>
                <a:path extrusionOk="0" h="2014" w="2079">
                  <a:moveTo>
                    <a:pt x="780" y="0"/>
                  </a:moveTo>
                  <a:lnTo>
                    <a:pt x="520" y="260"/>
                  </a:lnTo>
                  <a:cubicBezTo>
                    <a:pt x="260" y="780"/>
                    <a:pt x="1" y="1299"/>
                    <a:pt x="520" y="1819"/>
                  </a:cubicBezTo>
                  <a:cubicBezTo>
                    <a:pt x="780" y="1949"/>
                    <a:pt x="975" y="2014"/>
                    <a:pt x="1137" y="2014"/>
                  </a:cubicBezTo>
                  <a:cubicBezTo>
                    <a:pt x="1300" y="2014"/>
                    <a:pt x="1429" y="1949"/>
                    <a:pt x="1559" y="1819"/>
                  </a:cubicBezTo>
                  <a:cubicBezTo>
                    <a:pt x="2079" y="1559"/>
                    <a:pt x="2079" y="1299"/>
                    <a:pt x="2079" y="780"/>
                  </a:cubicBezTo>
                  <a:cubicBezTo>
                    <a:pt x="2079" y="0"/>
                    <a:pt x="1559" y="0"/>
                    <a:pt x="780" y="0"/>
                  </a:cubicBezTo>
                  <a:close/>
                </a:path>
              </a:pathLst>
            </a:custGeom>
            <a:solidFill>
              <a:srgbClr val="01BB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3292201" y="5046084"/>
              <a:ext cx="76188" cy="72542"/>
            </a:xfrm>
            <a:custGeom>
              <a:rect b="b" l="l" r="r" t="t"/>
              <a:pathLst>
                <a:path extrusionOk="0" h="3067" w="3229">
                  <a:moveTo>
                    <a:pt x="1484" y="1042"/>
                  </a:moveTo>
                  <a:cubicBezTo>
                    <a:pt x="1670" y="1046"/>
                    <a:pt x="1856" y="1061"/>
                    <a:pt x="2041" y="1114"/>
                  </a:cubicBezTo>
                  <a:cubicBezTo>
                    <a:pt x="2004" y="1114"/>
                    <a:pt x="2041" y="1263"/>
                    <a:pt x="2041" y="1300"/>
                  </a:cubicBezTo>
                  <a:cubicBezTo>
                    <a:pt x="2041" y="1448"/>
                    <a:pt x="2041" y="1597"/>
                    <a:pt x="2041" y="1708"/>
                  </a:cubicBezTo>
                  <a:cubicBezTo>
                    <a:pt x="2041" y="1782"/>
                    <a:pt x="1856" y="1856"/>
                    <a:pt x="1782" y="1893"/>
                  </a:cubicBezTo>
                  <a:cubicBezTo>
                    <a:pt x="1677" y="1946"/>
                    <a:pt x="1683" y="1998"/>
                    <a:pt x="1630" y="1998"/>
                  </a:cubicBezTo>
                  <a:cubicBezTo>
                    <a:pt x="1608" y="1998"/>
                    <a:pt x="1576" y="1989"/>
                    <a:pt x="1522" y="1968"/>
                  </a:cubicBezTo>
                  <a:cubicBezTo>
                    <a:pt x="1040" y="1857"/>
                    <a:pt x="1335" y="1339"/>
                    <a:pt x="1484" y="1042"/>
                  </a:cubicBezTo>
                  <a:close/>
                  <a:moveTo>
                    <a:pt x="1262" y="1"/>
                  </a:moveTo>
                  <a:cubicBezTo>
                    <a:pt x="1072" y="23"/>
                    <a:pt x="940" y="123"/>
                    <a:pt x="864" y="253"/>
                  </a:cubicBezTo>
                  <a:lnTo>
                    <a:pt x="864" y="253"/>
                  </a:lnTo>
                  <a:cubicBezTo>
                    <a:pt x="742" y="281"/>
                    <a:pt x="630" y="365"/>
                    <a:pt x="557" y="520"/>
                  </a:cubicBezTo>
                  <a:cubicBezTo>
                    <a:pt x="149" y="1300"/>
                    <a:pt x="0" y="2042"/>
                    <a:pt x="631" y="2710"/>
                  </a:cubicBezTo>
                  <a:cubicBezTo>
                    <a:pt x="898" y="2947"/>
                    <a:pt x="1237" y="3066"/>
                    <a:pt x="1590" y="3066"/>
                  </a:cubicBezTo>
                  <a:cubicBezTo>
                    <a:pt x="1678" y="3066"/>
                    <a:pt x="1767" y="3059"/>
                    <a:pt x="1856" y="3044"/>
                  </a:cubicBezTo>
                  <a:cubicBezTo>
                    <a:pt x="2190" y="2933"/>
                    <a:pt x="2487" y="2784"/>
                    <a:pt x="2746" y="2524"/>
                  </a:cubicBezTo>
                  <a:cubicBezTo>
                    <a:pt x="3192" y="2116"/>
                    <a:pt x="3229" y="1151"/>
                    <a:pt x="2969" y="632"/>
                  </a:cubicBezTo>
                  <a:cubicBezTo>
                    <a:pt x="2635" y="1"/>
                    <a:pt x="1893" y="1"/>
                    <a:pt x="1262" y="1"/>
                  </a:cubicBezTo>
                  <a:close/>
                </a:path>
              </a:pathLst>
            </a:custGeom>
            <a:solidFill>
              <a:srgbClr val="01BB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2756194" y="4898439"/>
              <a:ext cx="103464" cy="37063"/>
            </a:xfrm>
            <a:custGeom>
              <a:rect b="b" l="l" r="r" t="t"/>
              <a:pathLst>
                <a:path extrusionOk="0" h="1567" w="4385">
                  <a:moveTo>
                    <a:pt x="822" y="1"/>
                  </a:moveTo>
                  <a:cubicBezTo>
                    <a:pt x="386" y="1"/>
                    <a:pt x="1" y="537"/>
                    <a:pt x="414" y="862"/>
                  </a:cubicBezTo>
                  <a:lnTo>
                    <a:pt x="414" y="899"/>
                  </a:lnTo>
                  <a:cubicBezTo>
                    <a:pt x="859" y="1159"/>
                    <a:pt x="1342" y="1307"/>
                    <a:pt x="1861" y="1344"/>
                  </a:cubicBezTo>
                  <a:cubicBezTo>
                    <a:pt x="2455" y="1456"/>
                    <a:pt x="3049" y="1530"/>
                    <a:pt x="3643" y="1567"/>
                  </a:cubicBezTo>
                  <a:cubicBezTo>
                    <a:pt x="4385" y="1567"/>
                    <a:pt x="4385" y="491"/>
                    <a:pt x="3643" y="491"/>
                  </a:cubicBezTo>
                  <a:cubicBezTo>
                    <a:pt x="3234" y="491"/>
                    <a:pt x="2826" y="417"/>
                    <a:pt x="2418" y="379"/>
                  </a:cubicBezTo>
                  <a:cubicBezTo>
                    <a:pt x="1973" y="342"/>
                    <a:pt x="1564" y="268"/>
                    <a:pt x="1156" y="120"/>
                  </a:cubicBezTo>
                  <a:cubicBezTo>
                    <a:pt x="1050" y="36"/>
                    <a:pt x="934" y="1"/>
                    <a:pt x="822" y="1"/>
                  </a:cubicBezTo>
                  <a:close/>
                </a:path>
              </a:pathLst>
            </a:custGeom>
            <a:solidFill>
              <a:srgbClr val="01BB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2840287" y="4770380"/>
              <a:ext cx="70832" cy="58428"/>
            </a:xfrm>
            <a:custGeom>
              <a:rect b="b" l="l" r="r" t="t"/>
              <a:pathLst>
                <a:path extrusionOk="0" h="2470" w="3002">
                  <a:moveTo>
                    <a:pt x="791" y="0"/>
                  </a:moveTo>
                  <a:cubicBezTo>
                    <a:pt x="366" y="0"/>
                    <a:pt x="0" y="549"/>
                    <a:pt x="375" y="895"/>
                  </a:cubicBezTo>
                  <a:cubicBezTo>
                    <a:pt x="969" y="1414"/>
                    <a:pt x="1377" y="2231"/>
                    <a:pt x="2157" y="2454"/>
                  </a:cubicBezTo>
                  <a:cubicBezTo>
                    <a:pt x="2203" y="2464"/>
                    <a:pt x="2247" y="2470"/>
                    <a:pt x="2289" y="2470"/>
                  </a:cubicBezTo>
                  <a:cubicBezTo>
                    <a:pt x="2821" y="2470"/>
                    <a:pt x="3001" y="1658"/>
                    <a:pt x="2417" y="1452"/>
                  </a:cubicBezTo>
                  <a:cubicBezTo>
                    <a:pt x="2231" y="1377"/>
                    <a:pt x="2008" y="1080"/>
                    <a:pt x="1823" y="895"/>
                  </a:cubicBezTo>
                  <a:cubicBezTo>
                    <a:pt x="1600" y="635"/>
                    <a:pt x="1377" y="375"/>
                    <a:pt x="1155" y="153"/>
                  </a:cubicBezTo>
                  <a:cubicBezTo>
                    <a:pt x="1039" y="45"/>
                    <a:pt x="913" y="0"/>
                    <a:pt x="791" y="0"/>
                  </a:cubicBezTo>
                  <a:close/>
                </a:path>
              </a:pathLst>
            </a:custGeom>
            <a:solidFill>
              <a:srgbClr val="01BB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2950168" y="4701383"/>
              <a:ext cx="69700" cy="79141"/>
            </a:xfrm>
            <a:custGeom>
              <a:rect b="b" l="l" r="r" t="t"/>
              <a:pathLst>
                <a:path extrusionOk="0" h="3346" w="2954">
                  <a:moveTo>
                    <a:pt x="653" y="0"/>
                  </a:moveTo>
                  <a:cubicBezTo>
                    <a:pt x="325" y="0"/>
                    <a:pt x="0" y="255"/>
                    <a:pt x="135" y="658"/>
                  </a:cubicBezTo>
                  <a:cubicBezTo>
                    <a:pt x="469" y="1585"/>
                    <a:pt x="1211" y="2290"/>
                    <a:pt x="1767" y="3107"/>
                  </a:cubicBezTo>
                  <a:cubicBezTo>
                    <a:pt x="1880" y="3275"/>
                    <a:pt x="2043" y="3345"/>
                    <a:pt x="2206" y="3345"/>
                  </a:cubicBezTo>
                  <a:cubicBezTo>
                    <a:pt x="2581" y="3345"/>
                    <a:pt x="2954" y="2975"/>
                    <a:pt x="2695" y="2587"/>
                  </a:cubicBezTo>
                  <a:cubicBezTo>
                    <a:pt x="2176" y="1845"/>
                    <a:pt x="1471" y="1177"/>
                    <a:pt x="1174" y="361"/>
                  </a:cubicBezTo>
                  <a:cubicBezTo>
                    <a:pt x="1085" y="110"/>
                    <a:pt x="868" y="0"/>
                    <a:pt x="653" y="0"/>
                  </a:cubicBezTo>
                  <a:close/>
                </a:path>
              </a:pathLst>
            </a:custGeom>
            <a:solidFill>
              <a:srgbClr val="01BB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3275308" y="4664507"/>
              <a:ext cx="56510" cy="85291"/>
            </a:xfrm>
            <a:custGeom>
              <a:rect b="b" l="l" r="r" t="t"/>
              <a:pathLst>
                <a:path extrusionOk="0" h="3606" w="2395">
                  <a:moveTo>
                    <a:pt x="1746" y="1"/>
                  </a:moveTo>
                  <a:cubicBezTo>
                    <a:pt x="1528" y="1"/>
                    <a:pt x="1302" y="111"/>
                    <a:pt x="1199" y="361"/>
                  </a:cubicBezTo>
                  <a:lnTo>
                    <a:pt x="160" y="2959"/>
                  </a:lnTo>
                  <a:cubicBezTo>
                    <a:pt x="1" y="3345"/>
                    <a:pt x="328" y="3606"/>
                    <a:pt x="665" y="3606"/>
                  </a:cubicBezTo>
                  <a:cubicBezTo>
                    <a:pt x="880" y="3606"/>
                    <a:pt x="1098" y="3501"/>
                    <a:pt x="1199" y="3256"/>
                  </a:cubicBezTo>
                  <a:lnTo>
                    <a:pt x="2238" y="658"/>
                  </a:lnTo>
                  <a:cubicBezTo>
                    <a:pt x="2395" y="255"/>
                    <a:pt x="2079" y="1"/>
                    <a:pt x="1746" y="1"/>
                  </a:cubicBezTo>
                  <a:close/>
                </a:path>
              </a:pathLst>
            </a:custGeom>
            <a:solidFill>
              <a:srgbClr val="01BB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3216887" y="4657246"/>
              <a:ext cx="25412" cy="62561"/>
            </a:xfrm>
            <a:custGeom>
              <a:rect b="b" l="l" r="r" t="t"/>
              <a:pathLst>
                <a:path extrusionOk="0" h="2645" w="1077">
                  <a:moveTo>
                    <a:pt x="539" y="0"/>
                  </a:moveTo>
                  <a:cubicBezTo>
                    <a:pt x="270" y="0"/>
                    <a:pt x="1" y="186"/>
                    <a:pt x="1" y="557"/>
                  </a:cubicBezTo>
                  <a:lnTo>
                    <a:pt x="1" y="2115"/>
                  </a:lnTo>
                  <a:cubicBezTo>
                    <a:pt x="1" y="2468"/>
                    <a:pt x="270" y="2644"/>
                    <a:pt x="539" y="2644"/>
                  </a:cubicBezTo>
                  <a:cubicBezTo>
                    <a:pt x="808" y="2644"/>
                    <a:pt x="1077" y="2468"/>
                    <a:pt x="1077" y="2115"/>
                  </a:cubicBezTo>
                  <a:lnTo>
                    <a:pt x="1077" y="557"/>
                  </a:lnTo>
                  <a:cubicBezTo>
                    <a:pt x="1077" y="186"/>
                    <a:pt x="808" y="0"/>
                    <a:pt x="539" y="0"/>
                  </a:cubicBezTo>
                  <a:close/>
                </a:path>
              </a:pathLst>
            </a:custGeom>
            <a:solidFill>
              <a:srgbClr val="01BB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2852108" y="5138948"/>
              <a:ext cx="143363" cy="165946"/>
            </a:xfrm>
            <a:custGeom>
              <a:rect b="b" l="l" r="r" t="t"/>
              <a:pathLst>
                <a:path extrusionOk="0" h="7016" w="6076">
                  <a:moveTo>
                    <a:pt x="643" y="1"/>
                  </a:moveTo>
                  <a:cubicBezTo>
                    <a:pt x="323" y="1"/>
                    <a:pt x="0" y="260"/>
                    <a:pt x="134" y="639"/>
                  </a:cubicBezTo>
                  <a:cubicBezTo>
                    <a:pt x="988" y="3274"/>
                    <a:pt x="3029" y="4981"/>
                    <a:pt x="4959" y="6874"/>
                  </a:cubicBezTo>
                  <a:cubicBezTo>
                    <a:pt x="5058" y="6973"/>
                    <a:pt x="5174" y="7015"/>
                    <a:pt x="5289" y="7015"/>
                  </a:cubicBezTo>
                  <a:cubicBezTo>
                    <a:pt x="5689" y="7015"/>
                    <a:pt x="6075" y="6506"/>
                    <a:pt x="5701" y="6132"/>
                  </a:cubicBezTo>
                  <a:cubicBezTo>
                    <a:pt x="3957" y="4388"/>
                    <a:pt x="1953" y="2792"/>
                    <a:pt x="1136" y="380"/>
                  </a:cubicBezTo>
                  <a:cubicBezTo>
                    <a:pt x="1062" y="114"/>
                    <a:pt x="853" y="1"/>
                    <a:pt x="643" y="1"/>
                  </a:cubicBezTo>
                  <a:close/>
                </a:path>
              </a:pathLst>
            </a:custGeom>
            <a:solidFill>
              <a:srgbClr val="01BB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2868412" y="5268686"/>
              <a:ext cx="95111" cy="85007"/>
            </a:xfrm>
            <a:custGeom>
              <a:rect b="b" l="l" r="r" t="t"/>
              <a:pathLst>
                <a:path extrusionOk="0" h="3594" w="4031">
                  <a:moveTo>
                    <a:pt x="748" y="0"/>
                  </a:moveTo>
                  <a:cubicBezTo>
                    <a:pt x="373" y="0"/>
                    <a:pt x="1" y="370"/>
                    <a:pt x="260" y="758"/>
                  </a:cubicBezTo>
                  <a:cubicBezTo>
                    <a:pt x="1002" y="1797"/>
                    <a:pt x="2078" y="2576"/>
                    <a:pt x="2969" y="3467"/>
                  </a:cubicBezTo>
                  <a:cubicBezTo>
                    <a:pt x="3074" y="3556"/>
                    <a:pt x="3187" y="3594"/>
                    <a:pt x="3297" y="3594"/>
                  </a:cubicBezTo>
                  <a:cubicBezTo>
                    <a:pt x="3691" y="3594"/>
                    <a:pt x="4030" y="3102"/>
                    <a:pt x="3711" y="2725"/>
                  </a:cubicBezTo>
                  <a:cubicBezTo>
                    <a:pt x="3266" y="2280"/>
                    <a:pt x="2857" y="1834"/>
                    <a:pt x="2375" y="1426"/>
                  </a:cubicBezTo>
                  <a:cubicBezTo>
                    <a:pt x="1930" y="1092"/>
                    <a:pt x="1521" y="684"/>
                    <a:pt x="1187" y="238"/>
                  </a:cubicBezTo>
                  <a:cubicBezTo>
                    <a:pt x="1075" y="70"/>
                    <a:pt x="911" y="0"/>
                    <a:pt x="748" y="0"/>
                  </a:cubicBezTo>
                  <a:close/>
                </a:path>
              </a:pathLst>
            </a:custGeom>
            <a:solidFill>
              <a:srgbClr val="01BB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3409352" y="4935315"/>
              <a:ext cx="83385" cy="259681"/>
            </a:xfrm>
            <a:custGeom>
              <a:rect b="b" l="l" r="r" t="t"/>
              <a:pathLst>
                <a:path extrusionOk="0" h="10979" w="3534">
                  <a:moveTo>
                    <a:pt x="1760" y="0"/>
                  </a:moveTo>
                  <a:cubicBezTo>
                    <a:pt x="1440" y="0"/>
                    <a:pt x="1121" y="259"/>
                    <a:pt x="1233" y="639"/>
                  </a:cubicBezTo>
                  <a:lnTo>
                    <a:pt x="1270" y="639"/>
                  </a:lnTo>
                  <a:cubicBezTo>
                    <a:pt x="2235" y="3756"/>
                    <a:pt x="2532" y="7393"/>
                    <a:pt x="342" y="10028"/>
                  </a:cubicBezTo>
                  <a:cubicBezTo>
                    <a:pt x="0" y="10427"/>
                    <a:pt x="358" y="10978"/>
                    <a:pt x="744" y="10978"/>
                  </a:cubicBezTo>
                  <a:cubicBezTo>
                    <a:pt x="861" y="10978"/>
                    <a:pt x="981" y="10928"/>
                    <a:pt x="1084" y="10807"/>
                  </a:cubicBezTo>
                  <a:cubicBezTo>
                    <a:pt x="3534" y="7838"/>
                    <a:pt x="3348" y="3867"/>
                    <a:pt x="2272" y="379"/>
                  </a:cubicBezTo>
                  <a:cubicBezTo>
                    <a:pt x="2183" y="113"/>
                    <a:pt x="1971" y="0"/>
                    <a:pt x="1760" y="0"/>
                  </a:cubicBezTo>
                  <a:close/>
                </a:path>
              </a:pathLst>
            </a:custGeom>
            <a:solidFill>
              <a:srgbClr val="01BB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3378654" y="5236778"/>
              <a:ext cx="46765" cy="43899"/>
            </a:xfrm>
            <a:custGeom>
              <a:rect b="b" l="l" r="r" t="t"/>
              <a:pathLst>
                <a:path extrusionOk="0" h="1856" w="1982">
                  <a:moveTo>
                    <a:pt x="1235" y="1"/>
                  </a:moveTo>
                  <a:cubicBezTo>
                    <a:pt x="1110" y="1"/>
                    <a:pt x="979" y="53"/>
                    <a:pt x="864" y="177"/>
                  </a:cubicBezTo>
                  <a:cubicBezTo>
                    <a:pt x="752" y="289"/>
                    <a:pt x="641" y="437"/>
                    <a:pt x="567" y="586"/>
                  </a:cubicBezTo>
                  <a:cubicBezTo>
                    <a:pt x="530" y="697"/>
                    <a:pt x="456" y="808"/>
                    <a:pt x="344" y="957"/>
                  </a:cubicBezTo>
                  <a:cubicBezTo>
                    <a:pt x="1" y="1329"/>
                    <a:pt x="364" y="1855"/>
                    <a:pt x="769" y="1855"/>
                  </a:cubicBezTo>
                  <a:cubicBezTo>
                    <a:pt x="889" y="1855"/>
                    <a:pt x="1013" y="1809"/>
                    <a:pt x="1124" y="1699"/>
                  </a:cubicBezTo>
                  <a:cubicBezTo>
                    <a:pt x="1235" y="1587"/>
                    <a:pt x="1309" y="1439"/>
                    <a:pt x="1420" y="1291"/>
                  </a:cubicBezTo>
                  <a:cubicBezTo>
                    <a:pt x="1458" y="1142"/>
                    <a:pt x="1532" y="1031"/>
                    <a:pt x="1643" y="920"/>
                  </a:cubicBezTo>
                  <a:cubicBezTo>
                    <a:pt x="1982" y="524"/>
                    <a:pt x="1634" y="1"/>
                    <a:pt x="1235" y="1"/>
                  </a:cubicBezTo>
                  <a:close/>
                </a:path>
              </a:pathLst>
            </a:custGeom>
            <a:solidFill>
              <a:srgbClr val="01BB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5"/>
            <p:cNvSpPr/>
            <p:nvPr/>
          </p:nvSpPr>
          <p:spPr>
            <a:xfrm flipH="1" rot="10800000">
              <a:off x="3603320" y="4205149"/>
              <a:ext cx="404055" cy="910577"/>
            </a:xfrm>
            <a:custGeom>
              <a:rect b="b" l="l" r="r" t="t"/>
              <a:pathLst>
                <a:path extrusionOk="0" h="22329" w="25120">
                  <a:moveTo>
                    <a:pt x="0" y="0"/>
                  </a:moveTo>
                  <a:lnTo>
                    <a:pt x="25120" y="0"/>
                  </a:lnTo>
                  <a:lnTo>
                    <a:pt x="25120" y="22329"/>
                  </a:lnTo>
                </a:path>
              </a:pathLst>
            </a:custGeom>
            <a:noFill/>
            <a:ln cap="flat" cmpd="sng" w="19050">
              <a:solidFill>
                <a:srgbClr val="595959"/>
              </a:solidFill>
              <a:prstDash val="solid"/>
              <a:round/>
              <a:headEnd len="sm" w="sm" type="none"/>
              <a:tailEnd len="med" w="med" type="oval"/>
            </a:ln>
          </p:spPr>
        </p:sp>
        <p:grpSp>
          <p:nvGrpSpPr>
            <p:cNvPr id="163" name="Google Shape;163;p5"/>
            <p:cNvGrpSpPr/>
            <p:nvPr/>
          </p:nvGrpSpPr>
          <p:grpSpPr>
            <a:xfrm>
              <a:off x="7163694" y="1218433"/>
              <a:ext cx="4268466" cy="2273994"/>
              <a:chOff x="5394689" y="1218475"/>
              <a:chExt cx="3288494" cy="1751921"/>
            </a:xfrm>
          </p:grpSpPr>
          <p:sp>
            <p:nvSpPr>
              <p:cNvPr id="164" name="Google Shape;164;p5"/>
              <p:cNvSpPr/>
              <p:nvPr/>
            </p:nvSpPr>
            <p:spPr>
              <a:xfrm>
                <a:off x="5394689" y="2593027"/>
                <a:ext cx="380283" cy="377369"/>
              </a:xfrm>
              <a:custGeom>
                <a:rect b="b" l="l" r="r" t="t"/>
                <a:pathLst>
                  <a:path extrusionOk="0" h="29413" w="29548">
                    <a:moveTo>
                      <a:pt x="15315" y="0"/>
                    </a:moveTo>
                    <a:cubicBezTo>
                      <a:pt x="15117" y="0"/>
                      <a:pt x="14920" y="5"/>
                      <a:pt x="14722" y="14"/>
                    </a:cubicBezTo>
                    <a:cubicBezTo>
                      <a:pt x="11260" y="14"/>
                      <a:pt x="7169" y="1658"/>
                      <a:pt x="4896" y="3791"/>
                    </a:cubicBezTo>
                    <a:cubicBezTo>
                      <a:pt x="2588" y="5924"/>
                      <a:pt x="1" y="9560"/>
                      <a:pt x="105" y="13232"/>
                    </a:cubicBezTo>
                    <a:cubicBezTo>
                      <a:pt x="175" y="16903"/>
                      <a:pt x="420" y="19701"/>
                      <a:pt x="3078" y="23687"/>
                    </a:cubicBezTo>
                    <a:cubicBezTo>
                      <a:pt x="4476" y="25960"/>
                      <a:pt x="6714" y="27638"/>
                      <a:pt x="9302" y="28407"/>
                    </a:cubicBezTo>
                    <a:cubicBezTo>
                      <a:pt x="10196" y="28714"/>
                      <a:pt x="12563" y="29412"/>
                      <a:pt x="15137" y="29412"/>
                    </a:cubicBezTo>
                    <a:cubicBezTo>
                      <a:pt x="16087" y="29412"/>
                      <a:pt x="17066" y="29317"/>
                      <a:pt x="18009" y="29072"/>
                    </a:cubicBezTo>
                    <a:cubicBezTo>
                      <a:pt x="21505" y="28128"/>
                      <a:pt x="24198" y="26869"/>
                      <a:pt x="26016" y="24176"/>
                    </a:cubicBezTo>
                    <a:cubicBezTo>
                      <a:pt x="27799" y="21484"/>
                      <a:pt x="29548" y="18861"/>
                      <a:pt x="29478" y="14700"/>
                    </a:cubicBezTo>
                    <a:cubicBezTo>
                      <a:pt x="29373" y="10574"/>
                      <a:pt x="27904" y="7602"/>
                      <a:pt x="26680" y="6134"/>
                    </a:cubicBezTo>
                    <a:cubicBezTo>
                      <a:pt x="25456" y="4665"/>
                      <a:pt x="23463" y="2602"/>
                      <a:pt x="21121" y="1448"/>
                    </a:cubicBezTo>
                    <a:cubicBezTo>
                      <a:pt x="19336" y="492"/>
                      <a:pt x="17347" y="0"/>
                      <a:pt x="15315" y="0"/>
                    </a:cubicBezTo>
                    <a:close/>
                  </a:path>
                </a:pathLst>
              </a:custGeom>
              <a:solidFill>
                <a:srgbClr val="EAA3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Fira Sans Extra Condensed Medium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4</a:t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5"/>
              <p:cNvSpPr/>
              <p:nvPr/>
            </p:nvSpPr>
            <p:spPr>
              <a:xfrm flipH="1" rot="-5400000">
                <a:off x="7150274" y="1042622"/>
                <a:ext cx="1357057" cy="1708762"/>
              </a:xfrm>
              <a:custGeom>
                <a:rect b="b" l="l" r="r" t="t"/>
                <a:pathLst>
                  <a:path extrusionOk="0" h="34664" w="39176">
                    <a:moveTo>
                      <a:pt x="21371" y="1"/>
                    </a:moveTo>
                    <a:cubicBezTo>
                      <a:pt x="17061" y="1"/>
                      <a:pt x="13042" y="101"/>
                      <a:pt x="8684" y="101"/>
                    </a:cubicBezTo>
                    <a:cubicBezTo>
                      <a:pt x="7872" y="101"/>
                      <a:pt x="7049" y="97"/>
                      <a:pt x="6209" y="89"/>
                    </a:cubicBezTo>
                    <a:lnTo>
                      <a:pt x="6209" y="57"/>
                    </a:lnTo>
                    <a:cubicBezTo>
                      <a:pt x="4193" y="121"/>
                      <a:pt x="1824" y="377"/>
                      <a:pt x="800" y="2073"/>
                    </a:cubicBezTo>
                    <a:cubicBezTo>
                      <a:pt x="288" y="2905"/>
                      <a:pt x="256" y="3930"/>
                      <a:pt x="256" y="4890"/>
                    </a:cubicBezTo>
                    <a:lnTo>
                      <a:pt x="0" y="27294"/>
                    </a:lnTo>
                    <a:cubicBezTo>
                      <a:pt x="0" y="29502"/>
                      <a:pt x="128" y="31999"/>
                      <a:pt x="1921" y="33343"/>
                    </a:cubicBezTo>
                    <a:cubicBezTo>
                      <a:pt x="3137" y="34239"/>
                      <a:pt x="4737" y="34367"/>
                      <a:pt x="6209" y="34463"/>
                    </a:cubicBezTo>
                    <a:cubicBezTo>
                      <a:pt x="8837" y="34597"/>
                      <a:pt x="11467" y="34664"/>
                      <a:pt x="14096" y="34664"/>
                    </a:cubicBezTo>
                    <a:cubicBezTo>
                      <a:pt x="20882" y="34664"/>
                      <a:pt x="27661" y="34220"/>
                      <a:pt x="34375" y="33343"/>
                    </a:cubicBezTo>
                    <a:cubicBezTo>
                      <a:pt x="35399" y="33183"/>
                      <a:pt x="36455" y="33023"/>
                      <a:pt x="37255" y="32447"/>
                    </a:cubicBezTo>
                    <a:cubicBezTo>
                      <a:pt x="38631" y="31455"/>
                      <a:pt x="38823" y="29630"/>
                      <a:pt x="38920" y="27998"/>
                    </a:cubicBezTo>
                    <a:cubicBezTo>
                      <a:pt x="39176" y="22781"/>
                      <a:pt x="39112" y="17532"/>
                      <a:pt x="38791" y="12315"/>
                    </a:cubicBezTo>
                    <a:cubicBezTo>
                      <a:pt x="38695" y="9851"/>
                      <a:pt x="38343" y="7418"/>
                      <a:pt x="37767" y="5018"/>
                    </a:cubicBezTo>
                    <a:cubicBezTo>
                      <a:pt x="37575" y="3994"/>
                      <a:pt x="37095" y="3033"/>
                      <a:pt x="36423" y="2233"/>
                    </a:cubicBezTo>
                    <a:cubicBezTo>
                      <a:pt x="35463" y="1241"/>
                      <a:pt x="34055" y="825"/>
                      <a:pt x="32646" y="569"/>
                    </a:cubicBezTo>
                    <a:cubicBezTo>
                      <a:pt x="30086" y="89"/>
                      <a:pt x="27461" y="57"/>
                      <a:pt x="24837" y="25"/>
                    </a:cubicBezTo>
                    <a:cubicBezTo>
                      <a:pt x="23654" y="7"/>
                      <a:pt x="22502" y="1"/>
                      <a:pt x="21371" y="1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66" name="Google Shape;166;p5"/>
              <p:cNvGrpSpPr/>
              <p:nvPr/>
            </p:nvGrpSpPr>
            <p:grpSpPr>
              <a:xfrm>
                <a:off x="6443238" y="1310997"/>
                <a:ext cx="850500" cy="850500"/>
                <a:chOff x="6443238" y="1310997"/>
                <a:chExt cx="850500" cy="850500"/>
              </a:xfrm>
            </p:grpSpPr>
            <p:sp>
              <p:nvSpPr>
                <p:cNvPr id="167" name="Google Shape;167;p5"/>
                <p:cNvSpPr/>
                <p:nvPr/>
              </p:nvSpPr>
              <p:spPr>
                <a:xfrm flipH="1">
                  <a:off x="6443238" y="1310997"/>
                  <a:ext cx="850500" cy="8505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68" name="Google Shape;168;p5"/>
                <p:cNvGrpSpPr/>
                <p:nvPr/>
              </p:nvGrpSpPr>
              <p:grpSpPr>
                <a:xfrm>
                  <a:off x="6572264" y="1407172"/>
                  <a:ext cx="592456" cy="658145"/>
                  <a:chOff x="6660640" y="2370944"/>
                  <a:chExt cx="532019" cy="590901"/>
                </a:xfrm>
              </p:grpSpPr>
              <p:sp>
                <p:nvSpPr>
                  <p:cNvPr id="169" name="Google Shape;169;p5"/>
                  <p:cNvSpPr/>
                  <p:nvPr/>
                </p:nvSpPr>
                <p:spPr>
                  <a:xfrm>
                    <a:off x="6699104" y="2629211"/>
                    <a:ext cx="116718" cy="273738"/>
                  </a:xfrm>
                  <a:custGeom>
                    <a:rect b="b" l="l" r="r" t="t"/>
                    <a:pathLst>
                      <a:path extrusionOk="0" h="15022" w="6421">
                        <a:moveTo>
                          <a:pt x="3218" y="1"/>
                        </a:moveTo>
                        <a:cubicBezTo>
                          <a:pt x="2288" y="1"/>
                          <a:pt x="1339" y="61"/>
                          <a:pt x="891" y="61"/>
                        </a:cubicBezTo>
                        <a:cubicBezTo>
                          <a:pt x="0" y="61"/>
                          <a:pt x="891" y="9116"/>
                          <a:pt x="891" y="11640"/>
                        </a:cubicBezTo>
                        <a:lnTo>
                          <a:pt x="891" y="15017"/>
                        </a:lnTo>
                        <a:lnTo>
                          <a:pt x="6420" y="15017"/>
                        </a:lnTo>
                        <a:cubicBezTo>
                          <a:pt x="6396" y="14730"/>
                          <a:pt x="5820" y="903"/>
                          <a:pt x="5493" y="358"/>
                        </a:cubicBezTo>
                        <a:cubicBezTo>
                          <a:pt x="5185" y="70"/>
                          <a:pt x="4213" y="1"/>
                          <a:pt x="3218" y="1"/>
                        </a:cubicBezTo>
                        <a:close/>
                        <a:moveTo>
                          <a:pt x="6420" y="15017"/>
                        </a:moveTo>
                        <a:lnTo>
                          <a:pt x="6420" y="15017"/>
                        </a:lnTo>
                        <a:cubicBezTo>
                          <a:pt x="6420" y="15020"/>
                          <a:pt x="6420" y="15021"/>
                          <a:pt x="6420" y="15021"/>
                        </a:cubicBezTo>
                        <a:cubicBezTo>
                          <a:pt x="6420" y="15021"/>
                          <a:pt x="6420" y="15020"/>
                          <a:pt x="6420" y="1501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0" name="Google Shape;170;p5"/>
                  <p:cNvSpPr/>
                  <p:nvPr/>
                </p:nvSpPr>
                <p:spPr>
                  <a:xfrm>
                    <a:off x="6694378" y="2616474"/>
                    <a:ext cx="134859" cy="296371"/>
                  </a:xfrm>
                  <a:custGeom>
                    <a:rect b="b" l="l" r="r" t="t"/>
                    <a:pathLst>
                      <a:path extrusionOk="0" h="16264" w="7419">
                        <a:moveTo>
                          <a:pt x="3357" y="1220"/>
                        </a:moveTo>
                        <a:cubicBezTo>
                          <a:pt x="3945" y="1220"/>
                          <a:pt x="4534" y="1246"/>
                          <a:pt x="5122" y="1317"/>
                        </a:cubicBezTo>
                        <a:cubicBezTo>
                          <a:pt x="5456" y="1391"/>
                          <a:pt x="5381" y="1539"/>
                          <a:pt x="5419" y="2059"/>
                        </a:cubicBezTo>
                        <a:cubicBezTo>
                          <a:pt x="5715" y="4916"/>
                          <a:pt x="5790" y="7811"/>
                          <a:pt x="5938" y="10669"/>
                        </a:cubicBezTo>
                        <a:cubicBezTo>
                          <a:pt x="6012" y="11967"/>
                          <a:pt x="6087" y="13266"/>
                          <a:pt x="6124" y="14565"/>
                        </a:cubicBezTo>
                        <a:cubicBezTo>
                          <a:pt x="6124" y="14732"/>
                          <a:pt x="6111" y="14961"/>
                          <a:pt x="6117" y="15196"/>
                        </a:cubicBezTo>
                        <a:lnTo>
                          <a:pt x="1706" y="15196"/>
                        </a:lnTo>
                        <a:cubicBezTo>
                          <a:pt x="1684" y="11587"/>
                          <a:pt x="1443" y="8009"/>
                          <a:pt x="1336" y="4397"/>
                        </a:cubicBezTo>
                        <a:lnTo>
                          <a:pt x="1336" y="2319"/>
                        </a:lnTo>
                        <a:cubicBezTo>
                          <a:pt x="1336" y="1317"/>
                          <a:pt x="1336" y="1317"/>
                          <a:pt x="2338" y="1243"/>
                        </a:cubicBezTo>
                        <a:cubicBezTo>
                          <a:pt x="2678" y="1229"/>
                          <a:pt x="3018" y="1220"/>
                          <a:pt x="3357" y="1220"/>
                        </a:cubicBezTo>
                        <a:close/>
                        <a:moveTo>
                          <a:pt x="3175" y="0"/>
                        </a:moveTo>
                        <a:cubicBezTo>
                          <a:pt x="2335" y="0"/>
                          <a:pt x="1523" y="91"/>
                          <a:pt x="1040" y="241"/>
                        </a:cubicBezTo>
                        <a:cubicBezTo>
                          <a:pt x="223" y="537"/>
                          <a:pt x="297" y="1651"/>
                          <a:pt x="260" y="2319"/>
                        </a:cubicBezTo>
                        <a:cubicBezTo>
                          <a:pt x="0" y="6735"/>
                          <a:pt x="631" y="11262"/>
                          <a:pt x="631" y="15716"/>
                        </a:cubicBezTo>
                        <a:cubicBezTo>
                          <a:pt x="631" y="16012"/>
                          <a:pt x="891" y="16235"/>
                          <a:pt x="1188" y="16235"/>
                        </a:cubicBezTo>
                        <a:lnTo>
                          <a:pt x="6548" y="16235"/>
                        </a:lnTo>
                        <a:cubicBezTo>
                          <a:pt x="6597" y="16254"/>
                          <a:pt x="6647" y="16263"/>
                          <a:pt x="6697" y="16263"/>
                        </a:cubicBezTo>
                        <a:cubicBezTo>
                          <a:pt x="7077" y="16263"/>
                          <a:pt x="7418" y="15739"/>
                          <a:pt x="7051" y="15344"/>
                        </a:cubicBezTo>
                        <a:lnTo>
                          <a:pt x="7051" y="15344"/>
                        </a:lnTo>
                        <a:cubicBezTo>
                          <a:pt x="7192" y="15485"/>
                          <a:pt x="7247" y="15551"/>
                          <a:pt x="7262" y="15551"/>
                        </a:cubicBezTo>
                        <a:cubicBezTo>
                          <a:pt x="7286" y="15551"/>
                          <a:pt x="7200" y="15371"/>
                          <a:pt x="7200" y="15048"/>
                        </a:cubicBezTo>
                        <a:cubicBezTo>
                          <a:pt x="7163" y="14380"/>
                          <a:pt x="7126" y="13712"/>
                          <a:pt x="7089" y="13044"/>
                        </a:cubicBezTo>
                        <a:cubicBezTo>
                          <a:pt x="7014" y="11225"/>
                          <a:pt x="6903" y="9407"/>
                          <a:pt x="6829" y="7588"/>
                        </a:cubicBezTo>
                        <a:cubicBezTo>
                          <a:pt x="6717" y="5918"/>
                          <a:pt x="6643" y="4248"/>
                          <a:pt x="6495" y="2579"/>
                        </a:cubicBezTo>
                        <a:cubicBezTo>
                          <a:pt x="6421" y="1836"/>
                          <a:pt x="6532" y="909"/>
                          <a:pt x="5827" y="463"/>
                        </a:cubicBezTo>
                        <a:cubicBezTo>
                          <a:pt x="5275" y="136"/>
                          <a:pt x="4205" y="0"/>
                          <a:pt x="3175" y="0"/>
                        </a:cubicBezTo>
                        <a:close/>
                      </a:path>
                    </a:pathLst>
                  </a:custGeom>
                  <a:solidFill>
                    <a:srgbClr val="EAA31B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1" name="Google Shape;171;p5"/>
                  <p:cNvSpPr/>
                  <p:nvPr/>
                </p:nvSpPr>
                <p:spPr>
                  <a:xfrm>
                    <a:off x="6845487" y="2559893"/>
                    <a:ext cx="116718" cy="343075"/>
                  </a:xfrm>
                  <a:custGeom>
                    <a:rect b="b" l="l" r="r" t="t"/>
                    <a:pathLst>
                      <a:path extrusionOk="0" h="18827" w="6421">
                        <a:moveTo>
                          <a:pt x="3239" y="1"/>
                        </a:moveTo>
                        <a:cubicBezTo>
                          <a:pt x="2303" y="1"/>
                          <a:pt x="1342" y="80"/>
                          <a:pt x="891" y="80"/>
                        </a:cubicBezTo>
                        <a:cubicBezTo>
                          <a:pt x="0" y="80"/>
                          <a:pt x="891" y="11398"/>
                          <a:pt x="891" y="14590"/>
                        </a:cubicBezTo>
                        <a:lnTo>
                          <a:pt x="891" y="18821"/>
                        </a:lnTo>
                        <a:lnTo>
                          <a:pt x="6420" y="18821"/>
                        </a:lnTo>
                        <a:cubicBezTo>
                          <a:pt x="6396" y="18462"/>
                          <a:pt x="5820" y="1142"/>
                          <a:pt x="5493" y="451"/>
                        </a:cubicBezTo>
                        <a:cubicBezTo>
                          <a:pt x="5188" y="89"/>
                          <a:pt x="4227" y="1"/>
                          <a:pt x="3239" y="1"/>
                        </a:cubicBezTo>
                        <a:close/>
                        <a:moveTo>
                          <a:pt x="6420" y="18821"/>
                        </a:moveTo>
                        <a:cubicBezTo>
                          <a:pt x="6420" y="18824"/>
                          <a:pt x="6420" y="18826"/>
                          <a:pt x="6420" y="18826"/>
                        </a:cubicBezTo>
                        <a:cubicBezTo>
                          <a:pt x="6420" y="18826"/>
                          <a:pt x="6420" y="18824"/>
                          <a:pt x="6420" y="1882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2" name="Google Shape;172;p5"/>
                  <p:cNvSpPr/>
                  <p:nvPr/>
                </p:nvSpPr>
                <p:spPr>
                  <a:xfrm>
                    <a:off x="6841434" y="2547137"/>
                    <a:ext cx="130878" cy="365871"/>
                  </a:xfrm>
                  <a:custGeom>
                    <a:rect b="b" l="l" r="r" t="t"/>
                    <a:pathLst>
                      <a:path extrusionOk="0" h="20078" w="7200">
                        <a:moveTo>
                          <a:pt x="2103" y="1229"/>
                        </a:moveTo>
                        <a:cubicBezTo>
                          <a:pt x="2903" y="1229"/>
                          <a:pt x="4132" y="1262"/>
                          <a:pt x="4305" y="1262"/>
                        </a:cubicBezTo>
                        <a:cubicBezTo>
                          <a:pt x="5233" y="1299"/>
                          <a:pt x="5233" y="1225"/>
                          <a:pt x="5307" y="2005"/>
                        </a:cubicBezTo>
                        <a:cubicBezTo>
                          <a:pt x="5846" y="7646"/>
                          <a:pt x="5794" y="13323"/>
                          <a:pt x="6093" y="19001"/>
                        </a:cubicBezTo>
                        <a:lnTo>
                          <a:pt x="1670" y="19001"/>
                        </a:lnTo>
                        <a:cubicBezTo>
                          <a:pt x="1653" y="14687"/>
                          <a:pt x="1442" y="10405"/>
                          <a:pt x="1299" y="6124"/>
                        </a:cubicBezTo>
                        <a:cubicBezTo>
                          <a:pt x="1262" y="4528"/>
                          <a:pt x="1077" y="2784"/>
                          <a:pt x="1411" y="1262"/>
                        </a:cubicBezTo>
                        <a:cubicBezTo>
                          <a:pt x="1411" y="1238"/>
                          <a:pt x="1703" y="1229"/>
                          <a:pt x="2103" y="1229"/>
                        </a:cubicBezTo>
                        <a:close/>
                        <a:moveTo>
                          <a:pt x="3174" y="0"/>
                        </a:moveTo>
                        <a:cubicBezTo>
                          <a:pt x="2292" y="0"/>
                          <a:pt x="1441" y="121"/>
                          <a:pt x="928" y="297"/>
                        </a:cubicBezTo>
                        <a:cubicBezTo>
                          <a:pt x="1" y="594"/>
                          <a:pt x="223" y="2747"/>
                          <a:pt x="186" y="3452"/>
                        </a:cubicBezTo>
                        <a:cubicBezTo>
                          <a:pt x="112" y="8796"/>
                          <a:pt x="594" y="14177"/>
                          <a:pt x="594" y="19521"/>
                        </a:cubicBezTo>
                        <a:cubicBezTo>
                          <a:pt x="594" y="19817"/>
                          <a:pt x="854" y="20040"/>
                          <a:pt x="1114" y="20077"/>
                        </a:cubicBezTo>
                        <a:lnTo>
                          <a:pt x="6643" y="20077"/>
                        </a:lnTo>
                        <a:cubicBezTo>
                          <a:pt x="6668" y="20074"/>
                          <a:pt x="6692" y="20070"/>
                          <a:pt x="6715" y="20065"/>
                        </a:cubicBezTo>
                        <a:lnTo>
                          <a:pt x="6715" y="20065"/>
                        </a:lnTo>
                        <a:cubicBezTo>
                          <a:pt x="6922" y="20061"/>
                          <a:pt x="7115" y="19941"/>
                          <a:pt x="7163" y="19669"/>
                        </a:cubicBezTo>
                        <a:cubicBezTo>
                          <a:pt x="7172" y="19616"/>
                          <a:pt x="7173" y="19565"/>
                          <a:pt x="7169" y="19517"/>
                        </a:cubicBezTo>
                        <a:lnTo>
                          <a:pt x="7169" y="19517"/>
                        </a:lnTo>
                        <a:lnTo>
                          <a:pt x="7200" y="19521"/>
                        </a:lnTo>
                        <a:cubicBezTo>
                          <a:pt x="7014" y="16292"/>
                          <a:pt x="6940" y="13063"/>
                          <a:pt x="6792" y="9872"/>
                        </a:cubicBezTo>
                        <a:cubicBezTo>
                          <a:pt x="6717" y="7757"/>
                          <a:pt x="6606" y="5641"/>
                          <a:pt x="6495" y="3563"/>
                        </a:cubicBezTo>
                        <a:cubicBezTo>
                          <a:pt x="6458" y="2895"/>
                          <a:pt x="6643" y="1299"/>
                          <a:pt x="6124" y="780"/>
                        </a:cubicBezTo>
                        <a:cubicBezTo>
                          <a:pt x="5554" y="210"/>
                          <a:pt x="4337" y="0"/>
                          <a:pt x="3174" y="0"/>
                        </a:cubicBezTo>
                        <a:close/>
                      </a:path>
                    </a:pathLst>
                  </a:custGeom>
                  <a:solidFill>
                    <a:srgbClr val="EAA31B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3" name="Google Shape;173;p5"/>
                  <p:cNvSpPr/>
                  <p:nvPr/>
                </p:nvSpPr>
                <p:spPr>
                  <a:xfrm>
                    <a:off x="6991198" y="2474776"/>
                    <a:ext cx="117390" cy="428229"/>
                  </a:xfrm>
                  <a:custGeom>
                    <a:rect b="b" l="l" r="r" t="t"/>
                    <a:pathLst>
                      <a:path extrusionOk="0" h="23500" w="6458">
                        <a:moveTo>
                          <a:pt x="3354" y="1"/>
                        </a:moveTo>
                        <a:cubicBezTo>
                          <a:pt x="2394" y="1"/>
                          <a:pt x="1392" y="112"/>
                          <a:pt x="928" y="112"/>
                        </a:cubicBezTo>
                        <a:cubicBezTo>
                          <a:pt x="0" y="112"/>
                          <a:pt x="928" y="14214"/>
                          <a:pt x="928" y="18185"/>
                        </a:cubicBezTo>
                        <a:lnTo>
                          <a:pt x="928" y="23492"/>
                        </a:lnTo>
                        <a:lnTo>
                          <a:pt x="6456" y="23492"/>
                        </a:lnTo>
                        <a:cubicBezTo>
                          <a:pt x="6432" y="23026"/>
                          <a:pt x="5856" y="1429"/>
                          <a:pt x="5529" y="557"/>
                        </a:cubicBezTo>
                        <a:cubicBezTo>
                          <a:pt x="5233" y="112"/>
                          <a:pt x="4314" y="1"/>
                          <a:pt x="3354" y="1"/>
                        </a:cubicBezTo>
                        <a:close/>
                        <a:moveTo>
                          <a:pt x="6456" y="23492"/>
                        </a:moveTo>
                        <a:lnTo>
                          <a:pt x="6456" y="23492"/>
                        </a:lnTo>
                        <a:cubicBezTo>
                          <a:pt x="6457" y="23497"/>
                          <a:pt x="6457" y="23499"/>
                          <a:pt x="6457" y="23499"/>
                        </a:cubicBezTo>
                        <a:cubicBezTo>
                          <a:pt x="6457" y="23499"/>
                          <a:pt x="6457" y="23497"/>
                          <a:pt x="6457" y="23492"/>
                        </a:cubicBezTo>
                        <a:close/>
                      </a:path>
                    </a:pathLst>
                  </a:custGeom>
                  <a:solidFill>
                    <a:srgbClr val="EAA31B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4" name="Google Shape;174;p5"/>
                  <p:cNvSpPr/>
                  <p:nvPr/>
                </p:nvSpPr>
                <p:spPr>
                  <a:xfrm>
                    <a:off x="6985799" y="2463077"/>
                    <a:ext cx="132950" cy="449258"/>
                  </a:xfrm>
                  <a:custGeom>
                    <a:rect b="b" l="l" r="r" t="t"/>
                    <a:pathLst>
                      <a:path extrusionOk="0" h="24654" w="7314">
                        <a:moveTo>
                          <a:pt x="3184" y="1188"/>
                        </a:moveTo>
                        <a:cubicBezTo>
                          <a:pt x="3710" y="1188"/>
                          <a:pt x="4208" y="1199"/>
                          <a:pt x="4416" y="1199"/>
                        </a:cubicBezTo>
                        <a:cubicBezTo>
                          <a:pt x="5604" y="1274"/>
                          <a:pt x="5381" y="1608"/>
                          <a:pt x="5455" y="2535"/>
                        </a:cubicBezTo>
                        <a:cubicBezTo>
                          <a:pt x="5890" y="9562"/>
                          <a:pt x="5865" y="16588"/>
                          <a:pt x="6209" y="23614"/>
                        </a:cubicBezTo>
                        <a:lnTo>
                          <a:pt x="1781" y="23614"/>
                        </a:lnTo>
                        <a:cubicBezTo>
                          <a:pt x="1768" y="18184"/>
                          <a:pt x="1554" y="12753"/>
                          <a:pt x="1410" y="7323"/>
                        </a:cubicBezTo>
                        <a:cubicBezTo>
                          <a:pt x="1336" y="5356"/>
                          <a:pt x="1188" y="3278"/>
                          <a:pt x="1522" y="1348"/>
                        </a:cubicBezTo>
                        <a:cubicBezTo>
                          <a:pt x="1544" y="1214"/>
                          <a:pt x="2395" y="1188"/>
                          <a:pt x="3184" y="1188"/>
                        </a:cubicBezTo>
                        <a:close/>
                        <a:moveTo>
                          <a:pt x="3467" y="1"/>
                        </a:moveTo>
                        <a:cubicBezTo>
                          <a:pt x="2439" y="1"/>
                          <a:pt x="1441" y="143"/>
                          <a:pt x="1039" y="272"/>
                        </a:cubicBezTo>
                        <a:cubicBezTo>
                          <a:pt x="0" y="606"/>
                          <a:pt x="297" y="3389"/>
                          <a:pt x="297" y="4168"/>
                        </a:cubicBezTo>
                        <a:cubicBezTo>
                          <a:pt x="260" y="10811"/>
                          <a:pt x="705" y="17454"/>
                          <a:pt x="705" y="24134"/>
                        </a:cubicBezTo>
                        <a:cubicBezTo>
                          <a:pt x="705" y="24430"/>
                          <a:pt x="965" y="24653"/>
                          <a:pt x="1225" y="24653"/>
                        </a:cubicBezTo>
                        <a:lnTo>
                          <a:pt x="6754" y="24653"/>
                        </a:lnTo>
                        <a:cubicBezTo>
                          <a:pt x="6847" y="24648"/>
                          <a:pt x="6928" y="24625"/>
                          <a:pt x="6995" y="24588"/>
                        </a:cubicBezTo>
                        <a:lnTo>
                          <a:pt x="6995" y="24588"/>
                        </a:lnTo>
                        <a:cubicBezTo>
                          <a:pt x="7156" y="24518"/>
                          <a:pt x="7285" y="24366"/>
                          <a:pt x="7311" y="24134"/>
                        </a:cubicBezTo>
                        <a:cubicBezTo>
                          <a:pt x="7313" y="24087"/>
                          <a:pt x="7311" y="24044"/>
                          <a:pt x="7303" y="24004"/>
                        </a:cubicBezTo>
                        <a:lnTo>
                          <a:pt x="7303" y="24004"/>
                        </a:lnTo>
                        <a:cubicBezTo>
                          <a:pt x="7088" y="20335"/>
                          <a:pt x="7086" y="16631"/>
                          <a:pt x="6940" y="12963"/>
                        </a:cubicBezTo>
                        <a:cubicBezTo>
                          <a:pt x="6828" y="9104"/>
                          <a:pt x="7088" y="4910"/>
                          <a:pt x="6383" y="1088"/>
                        </a:cubicBezTo>
                        <a:cubicBezTo>
                          <a:pt x="6215" y="246"/>
                          <a:pt x="4816" y="1"/>
                          <a:pt x="3467" y="1"/>
                        </a:cubicBezTo>
                        <a:close/>
                      </a:path>
                    </a:pathLst>
                  </a:custGeom>
                  <a:solidFill>
                    <a:srgbClr val="EAA31B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5" name="Google Shape;175;p5"/>
                  <p:cNvSpPr/>
                  <p:nvPr/>
                </p:nvSpPr>
                <p:spPr>
                  <a:xfrm>
                    <a:off x="6660640" y="2462949"/>
                    <a:ext cx="532019" cy="498896"/>
                  </a:xfrm>
                  <a:custGeom>
                    <a:rect b="b" l="l" r="r" t="t"/>
                    <a:pathLst>
                      <a:path extrusionOk="0" h="27378" w="29268">
                        <a:moveTo>
                          <a:pt x="28228" y="0"/>
                        </a:moveTo>
                        <a:cubicBezTo>
                          <a:pt x="27982" y="0"/>
                          <a:pt x="27741" y="167"/>
                          <a:pt x="27722" y="501"/>
                        </a:cubicBezTo>
                        <a:lnTo>
                          <a:pt x="28093" y="21246"/>
                        </a:lnTo>
                        <a:cubicBezTo>
                          <a:pt x="28131" y="22656"/>
                          <a:pt x="28131" y="24103"/>
                          <a:pt x="28168" y="25551"/>
                        </a:cubicBezTo>
                        <a:lnTo>
                          <a:pt x="28168" y="26293"/>
                        </a:lnTo>
                        <a:cubicBezTo>
                          <a:pt x="28168" y="26256"/>
                          <a:pt x="25496" y="26144"/>
                          <a:pt x="25125" y="26107"/>
                        </a:cubicBezTo>
                        <a:cubicBezTo>
                          <a:pt x="23994" y="25991"/>
                          <a:pt x="22859" y="25947"/>
                          <a:pt x="21723" y="25947"/>
                        </a:cubicBezTo>
                        <a:cubicBezTo>
                          <a:pt x="19244" y="25947"/>
                          <a:pt x="16757" y="26154"/>
                          <a:pt x="14288" y="26256"/>
                        </a:cubicBezTo>
                        <a:cubicBezTo>
                          <a:pt x="12957" y="26310"/>
                          <a:pt x="11622" y="26330"/>
                          <a:pt x="10285" y="26330"/>
                        </a:cubicBezTo>
                        <a:cubicBezTo>
                          <a:pt x="7076" y="26330"/>
                          <a:pt x="3854" y="26219"/>
                          <a:pt x="632" y="26219"/>
                        </a:cubicBezTo>
                        <a:cubicBezTo>
                          <a:pt x="1" y="26293"/>
                          <a:pt x="1" y="27221"/>
                          <a:pt x="632" y="27295"/>
                        </a:cubicBezTo>
                        <a:lnTo>
                          <a:pt x="669" y="27295"/>
                        </a:lnTo>
                        <a:cubicBezTo>
                          <a:pt x="3885" y="27295"/>
                          <a:pt x="7101" y="27377"/>
                          <a:pt x="10329" y="27377"/>
                        </a:cubicBezTo>
                        <a:cubicBezTo>
                          <a:pt x="11942" y="27377"/>
                          <a:pt x="13559" y="27357"/>
                          <a:pt x="15179" y="27295"/>
                        </a:cubicBezTo>
                        <a:cubicBezTo>
                          <a:pt x="17399" y="27203"/>
                          <a:pt x="19605" y="27084"/>
                          <a:pt x="21815" y="27084"/>
                        </a:cubicBezTo>
                        <a:cubicBezTo>
                          <a:pt x="23188" y="27084"/>
                          <a:pt x="24562" y="27130"/>
                          <a:pt x="25941" y="27258"/>
                        </a:cubicBezTo>
                        <a:cubicBezTo>
                          <a:pt x="26227" y="27285"/>
                          <a:pt x="26753" y="27347"/>
                          <a:pt x="27302" y="27347"/>
                        </a:cubicBezTo>
                        <a:cubicBezTo>
                          <a:pt x="28250" y="27347"/>
                          <a:pt x="29267" y="27162"/>
                          <a:pt x="29244" y="26293"/>
                        </a:cubicBezTo>
                        <a:lnTo>
                          <a:pt x="29207" y="23213"/>
                        </a:lnTo>
                        <a:cubicBezTo>
                          <a:pt x="29058" y="15642"/>
                          <a:pt x="28910" y="8072"/>
                          <a:pt x="28761" y="501"/>
                        </a:cubicBezTo>
                        <a:cubicBezTo>
                          <a:pt x="28724" y="167"/>
                          <a:pt x="28474" y="0"/>
                          <a:pt x="28228" y="0"/>
                        </a:cubicBezTo>
                        <a:close/>
                      </a:path>
                    </a:pathLst>
                  </a:custGeom>
                  <a:solidFill>
                    <a:srgbClr val="EAA31B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6" name="Google Shape;176;p5"/>
                  <p:cNvSpPr/>
                  <p:nvPr/>
                </p:nvSpPr>
                <p:spPr>
                  <a:xfrm>
                    <a:off x="6686870" y="2370944"/>
                    <a:ext cx="405322" cy="237895"/>
                  </a:xfrm>
                  <a:custGeom>
                    <a:rect b="b" l="l" r="r" t="t"/>
                    <a:pathLst>
                      <a:path extrusionOk="0" h="13055" w="22298">
                        <a:moveTo>
                          <a:pt x="21468" y="0"/>
                        </a:moveTo>
                        <a:cubicBezTo>
                          <a:pt x="21392" y="0"/>
                          <a:pt x="21313" y="18"/>
                          <a:pt x="21232" y="58"/>
                        </a:cubicBezTo>
                        <a:cubicBezTo>
                          <a:pt x="19340" y="986"/>
                          <a:pt x="17521" y="2099"/>
                          <a:pt x="15629" y="3027"/>
                        </a:cubicBezTo>
                        <a:cubicBezTo>
                          <a:pt x="14478" y="3583"/>
                          <a:pt x="13810" y="4511"/>
                          <a:pt x="12400" y="4511"/>
                        </a:cubicBezTo>
                        <a:cubicBezTo>
                          <a:pt x="11435" y="4511"/>
                          <a:pt x="10804" y="4994"/>
                          <a:pt x="10062" y="5550"/>
                        </a:cubicBezTo>
                        <a:cubicBezTo>
                          <a:pt x="9134" y="6218"/>
                          <a:pt x="8504" y="7220"/>
                          <a:pt x="7576" y="7851"/>
                        </a:cubicBezTo>
                        <a:cubicBezTo>
                          <a:pt x="7040" y="8237"/>
                          <a:pt x="6492" y="8276"/>
                          <a:pt x="5931" y="8276"/>
                        </a:cubicBezTo>
                        <a:cubicBezTo>
                          <a:pt x="5788" y="8276"/>
                          <a:pt x="5645" y="8274"/>
                          <a:pt x="5500" y="8274"/>
                        </a:cubicBezTo>
                        <a:cubicBezTo>
                          <a:pt x="5230" y="8274"/>
                          <a:pt x="4957" y="8283"/>
                          <a:pt x="4681" y="8334"/>
                        </a:cubicBezTo>
                        <a:cubicBezTo>
                          <a:pt x="2677" y="8630"/>
                          <a:pt x="1787" y="11117"/>
                          <a:pt x="413" y="12193"/>
                        </a:cubicBezTo>
                        <a:cubicBezTo>
                          <a:pt x="0" y="12518"/>
                          <a:pt x="385" y="13054"/>
                          <a:pt x="841" y="13054"/>
                        </a:cubicBezTo>
                        <a:cubicBezTo>
                          <a:pt x="957" y="13054"/>
                          <a:pt x="1079" y="13019"/>
                          <a:pt x="1193" y="12935"/>
                        </a:cubicBezTo>
                        <a:cubicBezTo>
                          <a:pt x="2567" y="11855"/>
                          <a:pt x="3423" y="9418"/>
                          <a:pt x="5311" y="9418"/>
                        </a:cubicBezTo>
                        <a:cubicBezTo>
                          <a:pt x="5564" y="9418"/>
                          <a:pt x="5835" y="9462"/>
                          <a:pt x="6128" y="9558"/>
                        </a:cubicBezTo>
                        <a:cubicBezTo>
                          <a:pt x="6276" y="9605"/>
                          <a:pt x="6423" y="9626"/>
                          <a:pt x="6568" y="9626"/>
                        </a:cubicBezTo>
                        <a:cubicBezTo>
                          <a:pt x="7805" y="9626"/>
                          <a:pt x="8915" y="8066"/>
                          <a:pt x="9580" y="7369"/>
                        </a:cubicBezTo>
                        <a:cubicBezTo>
                          <a:pt x="10767" y="6181"/>
                          <a:pt x="11509" y="6144"/>
                          <a:pt x="13068" y="5699"/>
                        </a:cubicBezTo>
                        <a:cubicBezTo>
                          <a:pt x="14107" y="5439"/>
                          <a:pt x="14775" y="4771"/>
                          <a:pt x="15629" y="4251"/>
                        </a:cubicBezTo>
                        <a:cubicBezTo>
                          <a:pt x="17596" y="3027"/>
                          <a:pt x="19674" y="1951"/>
                          <a:pt x="21752" y="986"/>
                        </a:cubicBezTo>
                        <a:cubicBezTo>
                          <a:pt x="22298" y="729"/>
                          <a:pt x="21955" y="0"/>
                          <a:pt x="21468" y="0"/>
                        </a:cubicBezTo>
                        <a:close/>
                      </a:path>
                    </a:pathLst>
                  </a:custGeom>
                  <a:solidFill>
                    <a:srgbClr val="EAA31B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77" name="Google Shape;177;p5"/>
              <p:cNvSpPr/>
              <p:nvPr/>
            </p:nvSpPr>
            <p:spPr>
              <a:xfrm flipH="1">
                <a:off x="5592750" y="1736675"/>
                <a:ext cx="850500" cy="698395"/>
              </a:xfrm>
              <a:custGeom>
                <a:rect b="b" l="l" r="r" t="t"/>
                <a:pathLst>
                  <a:path extrusionOk="0" h="22329" w="25120">
                    <a:moveTo>
                      <a:pt x="0" y="0"/>
                    </a:moveTo>
                    <a:lnTo>
                      <a:pt x="25120" y="0"/>
                    </a:lnTo>
                    <a:lnTo>
                      <a:pt x="25120" y="22329"/>
                    </a:lnTo>
                  </a:path>
                </a:pathLst>
              </a:custGeom>
              <a:noFill/>
              <a:ln cap="flat" cmpd="sng" w="19050">
                <a:solidFill>
                  <a:srgbClr val="595959"/>
                </a:solidFill>
                <a:prstDash val="solid"/>
                <a:round/>
                <a:headEnd len="sm" w="sm" type="none"/>
                <a:tailEnd len="med" w="med" type="oval"/>
              </a:ln>
            </p:spPr>
          </p:sp>
        </p:grpSp>
        <p:sp>
          <p:nvSpPr>
            <p:cNvPr id="178" name="Google Shape;178;p5"/>
            <p:cNvSpPr txBox="1"/>
            <p:nvPr/>
          </p:nvSpPr>
          <p:spPr>
            <a:xfrm>
              <a:off x="1064879" y="4465955"/>
              <a:ext cx="1477800" cy="9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Georgia"/>
                  <a:ea typeface="Georgia"/>
                  <a:cs typeface="Georgia"/>
                  <a:sym typeface="Georgia"/>
                </a:rPr>
                <a:t>Caption 1</a:t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i="0" lang="en-US" sz="1400" u="none" cap="none" strike="noStrike">
                  <a:solidFill>
                    <a:srgbClr val="000000"/>
                  </a:solidFill>
                  <a:latin typeface="Georgia"/>
                  <a:ea typeface="Georgia"/>
                  <a:cs typeface="Georgia"/>
                  <a:sym typeface="Georgia"/>
                </a:rPr>
                <a:t>This slide is an editable slide with all your needs.  </a:t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79" name="Google Shape;179;p5"/>
            <p:cNvSpPr txBox="1"/>
            <p:nvPr/>
          </p:nvSpPr>
          <p:spPr>
            <a:xfrm>
              <a:off x="1064880" y="1632897"/>
              <a:ext cx="1538100" cy="9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Georgia"/>
                  <a:ea typeface="Georgia"/>
                  <a:cs typeface="Georgia"/>
                  <a:sym typeface="Georgia"/>
                </a:rPr>
                <a:t>Caption 2</a:t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i="0" lang="en-US" sz="1400" u="none" cap="none" strike="noStrike">
                  <a:solidFill>
                    <a:srgbClr val="000000"/>
                  </a:solidFill>
                  <a:latin typeface="Georgia"/>
                  <a:ea typeface="Georgia"/>
                  <a:cs typeface="Georgia"/>
                  <a:sym typeface="Georgia"/>
                </a:rPr>
                <a:t>This slide is an editable slide with all your needs.  </a:t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80" name="Google Shape;180;p5"/>
            <p:cNvSpPr txBox="1"/>
            <p:nvPr/>
          </p:nvSpPr>
          <p:spPr>
            <a:xfrm>
              <a:off x="9686540" y="1632897"/>
              <a:ext cx="1538100" cy="9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Georgia"/>
                  <a:ea typeface="Georgia"/>
                  <a:cs typeface="Georgia"/>
                  <a:sym typeface="Georgia"/>
                </a:rPr>
                <a:t>Caption 3</a:t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i="0" lang="en-US" sz="1400" u="none" cap="none" strike="noStrike">
                  <a:solidFill>
                    <a:srgbClr val="000000"/>
                  </a:solidFill>
                  <a:latin typeface="Georgia"/>
                  <a:ea typeface="Georgia"/>
                  <a:cs typeface="Georgia"/>
                  <a:sym typeface="Georgia"/>
                </a:rPr>
                <a:t>This slide is an editable slide with all your needs.  </a:t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81" name="Google Shape;181;p5"/>
            <p:cNvSpPr txBox="1"/>
            <p:nvPr/>
          </p:nvSpPr>
          <p:spPr>
            <a:xfrm>
              <a:off x="9686540" y="4519041"/>
              <a:ext cx="1538100" cy="9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Georgia"/>
                  <a:ea typeface="Georgia"/>
                  <a:cs typeface="Georgia"/>
                  <a:sym typeface="Georgia"/>
                </a:rPr>
                <a:t>Caption 4</a:t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i="0" lang="en-US" sz="1400" u="none" cap="none" strike="noStrike">
                  <a:solidFill>
                    <a:srgbClr val="000000"/>
                  </a:solidFill>
                  <a:latin typeface="Georgia"/>
                  <a:ea typeface="Georgia"/>
                  <a:cs typeface="Georgia"/>
                  <a:sym typeface="Georgia"/>
                </a:rPr>
                <a:t>This slide is an editable slide with all your needs.  </a:t>
              </a:r>
              <a:endParaRPr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182" name="Google Shape;182;p5"/>
          <p:cNvSpPr txBox="1"/>
          <p:nvPr/>
        </p:nvSpPr>
        <p:spPr>
          <a:xfrm>
            <a:off x="0" y="101600"/>
            <a:ext cx="121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Power</a:t>
            </a:r>
            <a:r>
              <a:rPr lang="en-US" sz="30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</a:t>
            </a:r>
            <a:r>
              <a:rPr b="0" i="0" lang="en-US" sz="30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oint </a:t>
            </a:r>
            <a:r>
              <a:rPr lang="en-US" sz="30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</a:t>
            </a:r>
            <a:r>
              <a:rPr b="0" i="0" lang="en-US" sz="30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esign </a:t>
            </a:r>
            <a:r>
              <a:rPr lang="en-US" sz="30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</a:t>
            </a:r>
            <a:r>
              <a:rPr b="0" i="0" lang="en-US" sz="30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ownload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reng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25D26"/>
      </a:accent1>
      <a:accent2>
        <a:srgbClr val="F27304"/>
      </a:accent2>
      <a:accent3>
        <a:srgbClr val="F25D26"/>
      </a:accent3>
      <a:accent4>
        <a:srgbClr val="F27304"/>
      </a:accent4>
      <a:accent5>
        <a:srgbClr val="F25D26"/>
      </a:accent5>
      <a:accent6>
        <a:srgbClr val="F27304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